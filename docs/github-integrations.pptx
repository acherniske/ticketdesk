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9" r:id="rId4"/>
  </p:sldMasterIdLst>
  <p:notesMasterIdLst>
    <p:notesMasterId r:id="rId16"/>
  </p:notesMasterIdLst>
  <p:sldIdLst>
    <p:sldId id="256" r:id="rId5"/>
    <p:sldId id="257" r:id="rId6"/>
    <p:sldId id="266" r:id="rId7"/>
    <p:sldId id="267" r:id="rId8"/>
    <p:sldId id="260" r:id="rId9"/>
    <p:sldId id="258" r:id="rId10"/>
    <p:sldId id="261" r:id="rId11"/>
    <p:sldId id="264" r:id="rId12"/>
    <p:sldId id="265" r:id="rId13"/>
    <p:sldId id="262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B9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9FE1FA-BE20-4D9D-AB60-1351BF185F55}" v="1" dt="2026-04-23T12:51:02.688"/>
    <p1510:client id="{3A1C0B99-754C-91D8-49AC-81BEFBDF8699}" v="1" dt="2026-04-23T12:48:21.6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anose="020B0502040204020203" pitchFamily="34" charset="0"/>
              </a:defRPr>
            </a:lvl1pPr>
          </a:lstStyle>
          <a:p>
            <a:fld id="{E9E32C28-69F2-7740-886A-6640583AD07B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anose="020B0502040204020203" pitchFamily="34" charset="0"/>
              </a:defRPr>
            </a:lvl1pPr>
          </a:lstStyle>
          <a:p>
            <a:fld id="{546C45BF-441C-8341-949E-ED0FE86668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198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C45A63A1-DC1C-C1D7-4351-BD09CD0FB1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910" y="490342"/>
            <a:ext cx="1397783" cy="29780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19D1F0-F05D-DE69-456B-78DEBA4ACB86}"/>
              </a:ext>
            </a:extLst>
          </p:cNvPr>
          <p:cNvCxnSpPr>
            <a:cxnSpLocks/>
          </p:cNvCxnSpPr>
          <p:nvPr userDrawn="1"/>
        </p:nvCxnSpPr>
        <p:spPr>
          <a:xfrm flipV="1">
            <a:off x="11133590" y="0"/>
            <a:ext cx="0" cy="6858000"/>
          </a:xfrm>
          <a:prstGeom prst="line">
            <a:avLst/>
          </a:prstGeom>
          <a:ln w="12700">
            <a:solidFill>
              <a:srgbClr val="54B9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111750-AA32-72CB-5808-BA70010A7EFF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5176434" y="0"/>
            <a:ext cx="6819254" cy="6858000"/>
          </a:xfrm>
          <a:prstGeom prst="line">
            <a:avLst/>
          </a:prstGeom>
          <a:ln w="12700">
            <a:solidFill>
              <a:srgbClr val="54B9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1D99B8-D300-E6DC-63EC-F6E12E9B020C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991585"/>
            <a:ext cx="12192000" cy="0"/>
          </a:xfrm>
          <a:prstGeom prst="line">
            <a:avLst/>
          </a:prstGeom>
          <a:ln w="12700">
            <a:solidFill>
              <a:srgbClr val="54B9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B9692DE-7864-8B99-5C24-024411739D79}"/>
              </a:ext>
            </a:extLst>
          </p:cNvPr>
          <p:cNvSpPr/>
          <p:nvPr userDrawn="1"/>
        </p:nvSpPr>
        <p:spPr>
          <a:xfrm>
            <a:off x="10997309" y="5862390"/>
            <a:ext cx="280105" cy="280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DB12DF1-556A-A2A4-FB41-424F44F5BDBF}"/>
              </a:ext>
            </a:extLst>
          </p:cNvPr>
          <p:cNvSpPr txBox="1">
            <a:spLocks/>
          </p:cNvSpPr>
          <p:nvPr userDrawn="1"/>
        </p:nvSpPr>
        <p:spPr>
          <a:xfrm>
            <a:off x="499910" y="6389803"/>
            <a:ext cx="2630071" cy="29383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latin typeface="+mn-lt"/>
              </a:rPr>
              <a:t>© Copyright </a:t>
            </a:r>
            <a:r>
              <a:rPr lang="en-US" sz="800" err="1">
                <a:latin typeface="+mn-lt"/>
              </a:rPr>
              <a:t>Attalon</a:t>
            </a:r>
            <a:r>
              <a:rPr lang="en-US" sz="800">
                <a:latin typeface="+mn-lt"/>
              </a:rPr>
              <a:t>, Inc. All rights reserved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C93F4EF7-858E-9AFF-EE32-1EEAE289B1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9910" y="3276515"/>
            <a:ext cx="5888697" cy="1006561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US" sz="2000" b="0" kern="1200" cap="none" baseline="0" dirty="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algn="r" defTabSz="914400" rtl="0" eaLnBrk="1" latinLnBrk="0" hangingPunct="1">
              <a:defRPr lang="en-US" sz="1600" kern="1200" dirty="0" smtClean="0">
                <a:solidFill>
                  <a:schemeClr val="bg1"/>
                </a:solidFill>
                <a:latin typeface="Franklin Gothic Book" panose="020B0503020102020204" pitchFamily="34" charset="0"/>
                <a:ea typeface="+mn-ea"/>
                <a:cs typeface="Arial Narrow" panose="020B0604020202020204" pitchFamily="34" charset="0"/>
              </a:defRPr>
            </a:lvl2pPr>
            <a:lvl3pPr marL="0" algn="r" defTabSz="914400" rtl="0" eaLnBrk="1" latinLnBrk="0" hangingPunct="1">
              <a:defRPr lang="en-US" sz="1600" kern="1200" dirty="0" smtClean="0">
                <a:solidFill>
                  <a:schemeClr val="bg1"/>
                </a:solidFill>
                <a:latin typeface="Franklin Gothic Book" panose="020B0503020102020204" pitchFamily="34" charset="0"/>
                <a:ea typeface="+mn-ea"/>
                <a:cs typeface="Arial Narrow" panose="020B0604020202020204" pitchFamily="34" charset="0"/>
              </a:defRPr>
            </a:lvl3pPr>
            <a:lvl4pPr marL="0" algn="r" defTabSz="914400" rtl="0" eaLnBrk="1" latinLnBrk="0" hangingPunct="1">
              <a:defRPr lang="en-US" sz="1600" kern="1200" dirty="0" smtClean="0">
                <a:solidFill>
                  <a:schemeClr val="bg1"/>
                </a:solidFill>
                <a:latin typeface="Franklin Gothic Book" panose="020B0503020102020204" pitchFamily="34" charset="0"/>
                <a:ea typeface="+mn-ea"/>
                <a:cs typeface="Arial Narrow" panose="020B0604020202020204" pitchFamily="34" charset="0"/>
              </a:defRPr>
            </a:lvl4pPr>
            <a:lvl5pPr marL="0" algn="r" defTabSz="914400" rtl="0" eaLnBrk="1" latinLnBrk="0" hangingPunct="1">
              <a:defRPr lang="en-US" sz="1600" kern="1200" dirty="0">
                <a:solidFill>
                  <a:schemeClr val="bg1"/>
                </a:solidFill>
                <a:latin typeface="Franklin Gothic Book" panose="020B0503020102020204" pitchFamily="34" charset="0"/>
                <a:ea typeface="+mn-ea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E0568FE-852B-5BBE-0BAE-125E1B8785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910" y="4502756"/>
            <a:ext cx="5888697" cy="370268"/>
          </a:xfrm>
        </p:spPr>
        <p:txBody>
          <a:bodyPr lIns="0" tIns="0" rIns="0" bIns="0" anchor="ctr">
            <a:noAutofit/>
          </a:bodyPr>
          <a:lstStyle>
            <a:lvl1pPr marL="0" indent="0" algn="l" defTabSz="914400" rtl="0" eaLnBrk="1" latinLnBrk="0" hangingPunct="1">
              <a:buNone/>
              <a:defRPr lang="en-US" sz="2000" b="0" kern="1200" dirty="0" smtClean="0">
                <a:solidFill>
                  <a:schemeClr val="accent4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algn="r" defTabSz="914400" rtl="0" eaLnBrk="1" latinLnBrk="0" hangingPunct="1">
              <a:defRPr lang="en-US" sz="1600" kern="1200" dirty="0" smtClean="0">
                <a:solidFill>
                  <a:schemeClr val="bg1"/>
                </a:solidFill>
                <a:latin typeface="Franklin Gothic Book" panose="020B0503020102020204" pitchFamily="34" charset="0"/>
                <a:ea typeface="+mn-ea"/>
                <a:cs typeface="Arial Narrow" panose="020B0604020202020204" pitchFamily="34" charset="0"/>
              </a:defRPr>
            </a:lvl2pPr>
            <a:lvl3pPr marL="0" algn="r" defTabSz="914400" rtl="0" eaLnBrk="1" latinLnBrk="0" hangingPunct="1">
              <a:defRPr lang="en-US" sz="1600" kern="1200" dirty="0" smtClean="0">
                <a:solidFill>
                  <a:schemeClr val="bg1"/>
                </a:solidFill>
                <a:latin typeface="Franklin Gothic Book" panose="020B0503020102020204" pitchFamily="34" charset="0"/>
                <a:ea typeface="+mn-ea"/>
                <a:cs typeface="Arial Narrow" panose="020B0604020202020204" pitchFamily="34" charset="0"/>
              </a:defRPr>
            </a:lvl3pPr>
            <a:lvl4pPr marL="0" algn="r" defTabSz="914400" rtl="0" eaLnBrk="1" latinLnBrk="0" hangingPunct="1">
              <a:defRPr lang="en-US" sz="1600" kern="1200" dirty="0" smtClean="0">
                <a:solidFill>
                  <a:schemeClr val="bg1"/>
                </a:solidFill>
                <a:latin typeface="Franklin Gothic Book" panose="020B0503020102020204" pitchFamily="34" charset="0"/>
                <a:ea typeface="+mn-ea"/>
                <a:cs typeface="Arial Narrow" panose="020B0604020202020204" pitchFamily="34" charset="0"/>
              </a:defRPr>
            </a:lvl4pPr>
            <a:lvl5pPr marL="0" algn="r" defTabSz="914400" rtl="0" eaLnBrk="1" latinLnBrk="0" hangingPunct="1">
              <a:defRPr lang="en-US" sz="1600" kern="1200" dirty="0">
                <a:solidFill>
                  <a:schemeClr val="bg1"/>
                </a:solidFill>
                <a:latin typeface="Franklin Gothic Book" panose="020B0503020102020204" pitchFamily="34" charset="0"/>
                <a:ea typeface="+mn-ea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35A5D29-9F18-98BC-D58B-259F247528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9910" y="5032736"/>
            <a:ext cx="9119575" cy="668966"/>
          </a:xfrm>
        </p:spPr>
        <p:txBody>
          <a:bodyPr lIns="0" tIns="0" rIns="0" bIns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algn="r" defTabSz="914400" rtl="0" eaLnBrk="1" latinLnBrk="0" hangingPunct="1">
              <a:defRPr lang="en-US" sz="1600" kern="1200" dirty="0" smtClean="0">
                <a:solidFill>
                  <a:schemeClr val="bg1"/>
                </a:solidFill>
                <a:latin typeface="Franklin Gothic Book" panose="020B0503020102020204" pitchFamily="34" charset="0"/>
                <a:ea typeface="+mn-ea"/>
                <a:cs typeface="Arial Narrow" panose="020B0604020202020204" pitchFamily="34" charset="0"/>
              </a:defRPr>
            </a:lvl2pPr>
            <a:lvl3pPr marL="0" algn="r" defTabSz="914400" rtl="0" eaLnBrk="1" latinLnBrk="0" hangingPunct="1">
              <a:defRPr lang="en-US" sz="1600" kern="1200" dirty="0" smtClean="0">
                <a:solidFill>
                  <a:schemeClr val="bg1"/>
                </a:solidFill>
                <a:latin typeface="Franklin Gothic Book" panose="020B0503020102020204" pitchFamily="34" charset="0"/>
                <a:ea typeface="+mn-ea"/>
                <a:cs typeface="Arial Narrow" panose="020B0604020202020204" pitchFamily="34" charset="0"/>
              </a:defRPr>
            </a:lvl3pPr>
            <a:lvl4pPr marL="0" algn="r" defTabSz="914400" rtl="0" eaLnBrk="1" latinLnBrk="0" hangingPunct="1">
              <a:defRPr lang="en-US" sz="1600" kern="1200" dirty="0" smtClean="0">
                <a:solidFill>
                  <a:schemeClr val="bg1"/>
                </a:solidFill>
                <a:latin typeface="Franklin Gothic Book" panose="020B0503020102020204" pitchFamily="34" charset="0"/>
                <a:ea typeface="+mn-ea"/>
                <a:cs typeface="Arial Narrow" panose="020B0604020202020204" pitchFamily="34" charset="0"/>
              </a:defRPr>
            </a:lvl4pPr>
            <a:lvl5pPr marL="0" algn="r" defTabSz="914400" rtl="0" eaLnBrk="1" latinLnBrk="0" hangingPunct="1">
              <a:defRPr lang="en-US" sz="1600" kern="1200" dirty="0">
                <a:solidFill>
                  <a:schemeClr val="bg1"/>
                </a:solidFill>
                <a:latin typeface="Franklin Gothic Book" panose="020B0503020102020204" pitchFamily="34" charset="0"/>
                <a:ea typeface="+mn-ea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Job title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BE5591B-695A-B321-4949-470A938D95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910" y="1387203"/>
            <a:ext cx="5888698" cy="1738403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defRPr lang="en-US" sz="3600" b="0" kern="1200" cap="none" baseline="0" dirty="0">
                <a:solidFill>
                  <a:schemeClr val="tx2"/>
                </a:solidFill>
                <a:latin typeface="+mj-lt"/>
                <a:ea typeface="+mn-ea"/>
                <a:cs typeface="Arial Narrow" panose="020B060402020202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369976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C45A63A1-DC1C-C1D7-4351-BD09CD0FB1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910" y="490342"/>
            <a:ext cx="1397783" cy="2978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81AB76-0F89-9D9F-CD8A-9752446968C4}"/>
              </a:ext>
            </a:extLst>
          </p:cNvPr>
          <p:cNvSpPr txBox="1">
            <a:spLocks/>
          </p:cNvSpPr>
          <p:nvPr userDrawn="1"/>
        </p:nvSpPr>
        <p:spPr>
          <a:xfrm>
            <a:off x="499910" y="6389803"/>
            <a:ext cx="2630071" cy="29383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chemeClr val="bg1"/>
                </a:solidFill>
                <a:latin typeface="+mn-lt"/>
              </a:rPr>
              <a:t>© Copyright </a:t>
            </a:r>
            <a:r>
              <a:rPr lang="en-US" sz="800" err="1">
                <a:solidFill>
                  <a:schemeClr val="bg1"/>
                </a:solidFill>
                <a:latin typeface="+mn-lt"/>
              </a:rPr>
              <a:t>Attalon</a:t>
            </a:r>
            <a:r>
              <a:rPr lang="en-US" sz="800">
                <a:solidFill>
                  <a:schemeClr val="bg1"/>
                </a:solidFill>
                <a:latin typeface="+mn-lt"/>
              </a:rPr>
              <a:t>, Inc. All rights reserved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2859A7E1-F872-2CD9-5064-27F9BF4D01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9910" y="3276515"/>
            <a:ext cx="5888697" cy="1006561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US" sz="20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algn="r" defTabSz="914400" rtl="0" eaLnBrk="1" latinLnBrk="0" hangingPunct="1">
              <a:defRPr lang="en-US" sz="1600" kern="1200" dirty="0" smtClean="0">
                <a:solidFill>
                  <a:schemeClr val="bg1"/>
                </a:solidFill>
                <a:latin typeface="Franklin Gothic Book" panose="020B0503020102020204" pitchFamily="34" charset="0"/>
                <a:ea typeface="+mn-ea"/>
                <a:cs typeface="Arial Narrow" panose="020B0604020202020204" pitchFamily="34" charset="0"/>
              </a:defRPr>
            </a:lvl2pPr>
            <a:lvl3pPr marL="0" algn="r" defTabSz="914400" rtl="0" eaLnBrk="1" latinLnBrk="0" hangingPunct="1">
              <a:defRPr lang="en-US" sz="1600" kern="1200" dirty="0" smtClean="0">
                <a:solidFill>
                  <a:schemeClr val="bg1"/>
                </a:solidFill>
                <a:latin typeface="Franklin Gothic Book" panose="020B0503020102020204" pitchFamily="34" charset="0"/>
                <a:ea typeface="+mn-ea"/>
                <a:cs typeface="Arial Narrow" panose="020B0604020202020204" pitchFamily="34" charset="0"/>
              </a:defRPr>
            </a:lvl3pPr>
            <a:lvl4pPr marL="0" algn="r" defTabSz="914400" rtl="0" eaLnBrk="1" latinLnBrk="0" hangingPunct="1">
              <a:defRPr lang="en-US" sz="1600" kern="1200" dirty="0" smtClean="0">
                <a:solidFill>
                  <a:schemeClr val="bg1"/>
                </a:solidFill>
                <a:latin typeface="Franklin Gothic Book" panose="020B0503020102020204" pitchFamily="34" charset="0"/>
                <a:ea typeface="+mn-ea"/>
                <a:cs typeface="Arial Narrow" panose="020B0604020202020204" pitchFamily="34" charset="0"/>
              </a:defRPr>
            </a:lvl4pPr>
            <a:lvl5pPr marL="0" algn="r" defTabSz="914400" rtl="0" eaLnBrk="1" latinLnBrk="0" hangingPunct="1">
              <a:defRPr lang="en-US" sz="1600" kern="1200" dirty="0">
                <a:solidFill>
                  <a:schemeClr val="bg1"/>
                </a:solidFill>
                <a:latin typeface="Franklin Gothic Book" panose="020B0503020102020204" pitchFamily="34" charset="0"/>
                <a:ea typeface="+mn-ea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16F075B2-0594-E47F-085F-AE98C66898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910" y="4502756"/>
            <a:ext cx="5888697" cy="370268"/>
          </a:xfrm>
        </p:spPr>
        <p:txBody>
          <a:bodyPr lIns="0" tIns="0" rIns="0" bIns="0" anchor="ctr">
            <a:noAutofit/>
          </a:bodyPr>
          <a:lstStyle>
            <a:lvl1pPr marL="0" indent="0" algn="l" defTabSz="914400" rtl="0" eaLnBrk="1" latinLnBrk="0" hangingPunct="1">
              <a:buNone/>
              <a:defRPr lang="en-US" sz="2000" b="0" kern="1200" dirty="0" smtClean="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algn="r" defTabSz="914400" rtl="0" eaLnBrk="1" latinLnBrk="0" hangingPunct="1">
              <a:defRPr lang="en-US" sz="1600" kern="1200" dirty="0" smtClean="0">
                <a:solidFill>
                  <a:schemeClr val="bg1"/>
                </a:solidFill>
                <a:latin typeface="Franklin Gothic Book" panose="020B0503020102020204" pitchFamily="34" charset="0"/>
                <a:ea typeface="+mn-ea"/>
                <a:cs typeface="Arial Narrow" panose="020B0604020202020204" pitchFamily="34" charset="0"/>
              </a:defRPr>
            </a:lvl2pPr>
            <a:lvl3pPr marL="0" algn="r" defTabSz="914400" rtl="0" eaLnBrk="1" latinLnBrk="0" hangingPunct="1">
              <a:defRPr lang="en-US" sz="1600" kern="1200" dirty="0" smtClean="0">
                <a:solidFill>
                  <a:schemeClr val="bg1"/>
                </a:solidFill>
                <a:latin typeface="Franklin Gothic Book" panose="020B0503020102020204" pitchFamily="34" charset="0"/>
                <a:ea typeface="+mn-ea"/>
                <a:cs typeface="Arial Narrow" panose="020B0604020202020204" pitchFamily="34" charset="0"/>
              </a:defRPr>
            </a:lvl3pPr>
            <a:lvl4pPr marL="0" algn="r" defTabSz="914400" rtl="0" eaLnBrk="1" latinLnBrk="0" hangingPunct="1">
              <a:defRPr lang="en-US" sz="1600" kern="1200" dirty="0" smtClean="0">
                <a:solidFill>
                  <a:schemeClr val="bg1"/>
                </a:solidFill>
                <a:latin typeface="Franklin Gothic Book" panose="020B0503020102020204" pitchFamily="34" charset="0"/>
                <a:ea typeface="+mn-ea"/>
                <a:cs typeface="Arial Narrow" panose="020B0604020202020204" pitchFamily="34" charset="0"/>
              </a:defRPr>
            </a:lvl4pPr>
            <a:lvl5pPr marL="0" algn="r" defTabSz="914400" rtl="0" eaLnBrk="1" latinLnBrk="0" hangingPunct="1">
              <a:defRPr lang="en-US" sz="1600" kern="1200" dirty="0">
                <a:solidFill>
                  <a:schemeClr val="bg1"/>
                </a:solidFill>
                <a:latin typeface="Franklin Gothic Book" panose="020B0503020102020204" pitchFamily="34" charset="0"/>
                <a:ea typeface="+mn-ea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C00CF62E-C95C-B2A3-347A-91DC0B0287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9910" y="5032736"/>
            <a:ext cx="9119575" cy="668966"/>
          </a:xfrm>
        </p:spPr>
        <p:txBody>
          <a:bodyPr lIns="0" tIns="0" rIns="0" bIns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US" sz="2000" b="0" kern="1200" dirty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algn="r" defTabSz="914400" rtl="0" eaLnBrk="1" latinLnBrk="0" hangingPunct="1">
              <a:defRPr lang="en-US" sz="1600" kern="1200" dirty="0" smtClean="0">
                <a:solidFill>
                  <a:schemeClr val="bg1"/>
                </a:solidFill>
                <a:latin typeface="Franklin Gothic Book" panose="020B0503020102020204" pitchFamily="34" charset="0"/>
                <a:ea typeface="+mn-ea"/>
                <a:cs typeface="Arial Narrow" panose="020B0604020202020204" pitchFamily="34" charset="0"/>
              </a:defRPr>
            </a:lvl2pPr>
            <a:lvl3pPr marL="0" algn="r" defTabSz="914400" rtl="0" eaLnBrk="1" latinLnBrk="0" hangingPunct="1">
              <a:defRPr lang="en-US" sz="1600" kern="1200" dirty="0" smtClean="0">
                <a:solidFill>
                  <a:schemeClr val="bg1"/>
                </a:solidFill>
                <a:latin typeface="Franklin Gothic Book" panose="020B0503020102020204" pitchFamily="34" charset="0"/>
                <a:ea typeface="+mn-ea"/>
                <a:cs typeface="Arial Narrow" panose="020B0604020202020204" pitchFamily="34" charset="0"/>
              </a:defRPr>
            </a:lvl3pPr>
            <a:lvl4pPr marL="0" algn="r" defTabSz="914400" rtl="0" eaLnBrk="1" latinLnBrk="0" hangingPunct="1">
              <a:defRPr lang="en-US" sz="1600" kern="1200" dirty="0" smtClean="0">
                <a:solidFill>
                  <a:schemeClr val="bg1"/>
                </a:solidFill>
                <a:latin typeface="Franklin Gothic Book" panose="020B0503020102020204" pitchFamily="34" charset="0"/>
                <a:ea typeface="+mn-ea"/>
                <a:cs typeface="Arial Narrow" panose="020B0604020202020204" pitchFamily="34" charset="0"/>
              </a:defRPr>
            </a:lvl4pPr>
            <a:lvl5pPr marL="0" algn="r" defTabSz="914400" rtl="0" eaLnBrk="1" latinLnBrk="0" hangingPunct="1">
              <a:defRPr lang="en-US" sz="1600" kern="1200" dirty="0">
                <a:solidFill>
                  <a:schemeClr val="bg1"/>
                </a:solidFill>
                <a:latin typeface="Franklin Gothic Book" panose="020B0503020102020204" pitchFamily="34" charset="0"/>
                <a:ea typeface="+mn-ea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Job 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2A5A1CC-58B8-5E1E-1C55-7C6EC25BC7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910" y="1387203"/>
            <a:ext cx="5888698" cy="1738403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defRPr lang="en-US" sz="3600" b="0" kern="1200" cap="none" baseline="0" dirty="0">
                <a:solidFill>
                  <a:schemeClr val="bg1"/>
                </a:solidFill>
                <a:latin typeface="+mj-lt"/>
                <a:ea typeface="+mn-ea"/>
                <a:cs typeface="Arial Narrow" panose="020B060402020202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771692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E77D3-1398-B694-A1E6-FA2903A8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8EE3F9-A947-5A4C-873E-0A1944126D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82742FF3-D1F1-ACCB-9F5B-505D519C54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910" y="6452285"/>
            <a:ext cx="769742" cy="16399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C62B49D-679C-D809-686E-E04BB05AD738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4856205" y="9427"/>
            <a:chExt cx="12192000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11AA192-6BB2-4EE1-A506-147303CAB70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5149773" y="9427"/>
              <a:ext cx="0" cy="6858000"/>
            </a:xfrm>
            <a:prstGeom prst="line">
              <a:avLst/>
            </a:prstGeom>
            <a:ln w="12700">
              <a:solidFill>
                <a:srgbClr val="54B94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885B9DC-3288-D88A-1D3D-A09E786737F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856205" y="2377274"/>
              <a:ext cx="12192000" cy="0"/>
            </a:xfrm>
            <a:prstGeom prst="line">
              <a:avLst/>
            </a:prstGeom>
            <a:ln w="12700">
              <a:solidFill>
                <a:srgbClr val="54B94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91DCA17-E168-4788-F68B-DD5BA4C43CF4}"/>
                </a:ext>
              </a:extLst>
            </p:cNvPr>
            <p:cNvSpPr/>
            <p:nvPr userDrawn="1"/>
          </p:nvSpPr>
          <p:spPr>
            <a:xfrm>
              <a:off x="4994395" y="2207598"/>
              <a:ext cx="310755" cy="3107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D4AB3D1-BAF5-CDC6-A92D-D886B20EF295}"/>
              </a:ext>
            </a:extLst>
          </p:cNvPr>
          <p:cNvSpPr txBox="1">
            <a:spLocks/>
          </p:cNvSpPr>
          <p:nvPr userDrawn="1"/>
        </p:nvSpPr>
        <p:spPr>
          <a:xfrm>
            <a:off x="4788819" y="6389803"/>
            <a:ext cx="2630071" cy="29383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latin typeface="+mn-lt"/>
              </a:rPr>
              <a:t>© Copyright </a:t>
            </a:r>
            <a:r>
              <a:rPr lang="en-US" sz="800" err="1">
                <a:latin typeface="+mn-lt"/>
              </a:rPr>
              <a:t>Attalon</a:t>
            </a:r>
            <a:r>
              <a:rPr lang="en-US" sz="800">
                <a:latin typeface="+mn-lt"/>
              </a:rPr>
              <a:t>, Inc. All rights reserved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047A4CA-2094-6824-72BE-0F40C5378B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909" y="2369574"/>
            <a:ext cx="11305869" cy="1998239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ts val="5600"/>
              </a:lnSpc>
              <a:defRPr lang="en-US" sz="3600" b="0" kern="1200" cap="none" baseline="0" dirty="0">
                <a:solidFill>
                  <a:schemeClr val="accent4"/>
                </a:solidFill>
                <a:latin typeface="+mj-lt"/>
                <a:ea typeface="+mn-ea"/>
                <a:cs typeface="Arial Narrow" panose="020B060402020202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94661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E77D3-1398-B694-A1E6-FA2903A8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8EE3F9-A947-5A4C-873E-0A1944126D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82742FF3-D1F1-ACCB-9F5B-505D519C54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910" y="6452285"/>
            <a:ext cx="769742" cy="16399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C62B49D-679C-D809-686E-E04BB05AD738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4856205" y="9427"/>
            <a:chExt cx="12192000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11AA192-6BB2-4EE1-A506-147303CAB70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5149773" y="9427"/>
              <a:ext cx="0" cy="6858000"/>
            </a:xfrm>
            <a:prstGeom prst="line">
              <a:avLst/>
            </a:prstGeom>
            <a:ln w="12700">
              <a:solidFill>
                <a:srgbClr val="54B94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885B9DC-3288-D88A-1D3D-A09E786737F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856205" y="2377274"/>
              <a:ext cx="12192000" cy="0"/>
            </a:xfrm>
            <a:prstGeom prst="line">
              <a:avLst/>
            </a:prstGeom>
            <a:ln w="12700">
              <a:solidFill>
                <a:srgbClr val="54B94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91DCA17-E168-4788-F68B-DD5BA4C43CF4}"/>
                </a:ext>
              </a:extLst>
            </p:cNvPr>
            <p:cNvSpPr/>
            <p:nvPr userDrawn="1"/>
          </p:nvSpPr>
          <p:spPr>
            <a:xfrm>
              <a:off x="4994395" y="2207598"/>
              <a:ext cx="310755" cy="31075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CC4DACB6-0893-E616-B531-5F91E63A23AB}"/>
              </a:ext>
            </a:extLst>
          </p:cNvPr>
          <p:cNvSpPr txBox="1">
            <a:spLocks/>
          </p:cNvSpPr>
          <p:nvPr userDrawn="1"/>
        </p:nvSpPr>
        <p:spPr>
          <a:xfrm>
            <a:off x="4788819" y="6389803"/>
            <a:ext cx="2630071" cy="29383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1"/>
                </a:solidFill>
                <a:latin typeface="+mn-lt"/>
              </a:rPr>
              <a:t>© Copyright </a:t>
            </a:r>
            <a:r>
              <a:rPr lang="en-US" sz="800" err="1">
                <a:solidFill>
                  <a:schemeClr val="bg1"/>
                </a:solidFill>
                <a:latin typeface="+mn-lt"/>
              </a:rPr>
              <a:t>Attalon</a:t>
            </a:r>
            <a:r>
              <a:rPr lang="en-US" sz="800">
                <a:solidFill>
                  <a:schemeClr val="bg1"/>
                </a:solidFill>
                <a:latin typeface="+mn-lt"/>
              </a:rPr>
              <a:t>, Inc. All rights reserved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247E17-FAC4-551C-4C7A-DF8E0F29C5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909" y="2369574"/>
            <a:ext cx="11305869" cy="1998239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ts val="5600"/>
              </a:lnSpc>
              <a:defRPr lang="en-US" sz="3600" b="0" kern="1200" cap="none" baseline="0" dirty="0">
                <a:solidFill>
                  <a:schemeClr val="accent2"/>
                </a:solidFill>
                <a:latin typeface="+mj-lt"/>
                <a:ea typeface="+mn-ea"/>
                <a:cs typeface="Arial Narrow" panose="020B060402020202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966262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0551C12-59F3-A4EE-51F9-E6E0B64A7B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911" y="6452285"/>
            <a:ext cx="769742" cy="1639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DB4D8F-D7D9-10F9-6157-DECB1C133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>
            <a:lvl1pPr>
              <a:defRPr sz="32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4CA1A-0540-3741-5A06-376B29B72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0"/>
          <a:lstStyle>
            <a:lvl1pPr>
              <a:buClr>
                <a:schemeClr val="accent4"/>
              </a:buClr>
              <a:defRPr>
                <a:latin typeface="+mn-lt"/>
              </a:defRPr>
            </a:lvl1pPr>
            <a:lvl2pPr>
              <a:buClr>
                <a:schemeClr val="accent4"/>
              </a:buClr>
              <a:defRPr>
                <a:latin typeface="+mn-lt"/>
              </a:defRPr>
            </a:lvl2pPr>
            <a:lvl3pPr>
              <a:buClr>
                <a:schemeClr val="accent4"/>
              </a:buClr>
              <a:defRPr>
                <a:latin typeface="+mn-lt"/>
              </a:defRPr>
            </a:lvl3pPr>
            <a:lvl4pPr>
              <a:buClr>
                <a:schemeClr val="accent4"/>
              </a:buClr>
              <a:defRPr>
                <a:latin typeface="+mn-lt"/>
              </a:defRPr>
            </a:lvl4pPr>
            <a:lvl5pPr>
              <a:buClr>
                <a:schemeClr val="accent4"/>
              </a:buCl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757ECD0-9380-2F11-CA40-F09179F957C4}"/>
              </a:ext>
            </a:extLst>
          </p:cNvPr>
          <p:cNvSpPr txBox="1">
            <a:spLocks/>
          </p:cNvSpPr>
          <p:nvPr userDrawn="1"/>
        </p:nvSpPr>
        <p:spPr>
          <a:xfrm>
            <a:off x="4788819" y="6389803"/>
            <a:ext cx="2630071" cy="29383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latin typeface="+mn-lt"/>
              </a:rPr>
              <a:t>© Copyright </a:t>
            </a:r>
            <a:r>
              <a:rPr lang="en-US" sz="800" err="1">
                <a:latin typeface="+mn-lt"/>
              </a:rPr>
              <a:t>Attalon</a:t>
            </a:r>
            <a:r>
              <a:rPr lang="en-US" sz="800">
                <a:latin typeface="+mn-lt"/>
              </a:rPr>
              <a:t>, Inc. All rights reserved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0C79AA4-F1C0-2C2E-6F99-BC6E0BF5D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2582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8EE3F9-A947-5A4C-873E-0A1944126D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253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0551C12-59F3-A4EE-51F9-E6E0B64A7B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911" y="6452285"/>
            <a:ext cx="769742" cy="1639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DB4D8F-D7D9-10F9-6157-DECB1C133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>
            <a:lvl1pPr>
              <a:defRPr sz="32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4CA1A-0540-3741-5A06-376B29B72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0"/>
          <a:lstStyle>
            <a:lvl1pPr>
              <a:buClr>
                <a:schemeClr val="accent4"/>
              </a:buClr>
              <a:defRPr>
                <a:latin typeface="+mn-lt"/>
              </a:defRPr>
            </a:lvl1pPr>
            <a:lvl2pPr>
              <a:buClr>
                <a:schemeClr val="accent4"/>
              </a:buClr>
              <a:defRPr>
                <a:latin typeface="+mn-lt"/>
              </a:defRPr>
            </a:lvl2pPr>
            <a:lvl3pPr>
              <a:buClr>
                <a:schemeClr val="accent4"/>
              </a:buClr>
              <a:defRPr>
                <a:latin typeface="+mn-lt"/>
              </a:defRPr>
            </a:lvl3pPr>
            <a:lvl4pPr>
              <a:buClr>
                <a:schemeClr val="accent4"/>
              </a:buClr>
              <a:defRPr>
                <a:latin typeface="+mn-lt"/>
              </a:defRPr>
            </a:lvl4pPr>
            <a:lvl5pPr>
              <a:buClr>
                <a:schemeClr val="accent4"/>
              </a:buCl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E6CD1-A847-8698-B0E2-ED7ADA8D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7B8EE3F9-A947-5A4C-873E-0A1944126D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757ECD0-9380-2F11-CA40-F09179F957C4}"/>
              </a:ext>
            </a:extLst>
          </p:cNvPr>
          <p:cNvSpPr txBox="1">
            <a:spLocks/>
          </p:cNvSpPr>
          <p:nvPr userDrawn="1"/>
        </p:nvSpPr>
        <p:spPr>
          <a:xfrm>
            <a:off x="4788819" y="6389803"/>
            <a:ext cx="2630071" cy="29383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latin typeface="+mn-lt"/>
              </a:rPr>
              <a:t>© Copyright </a:t>
            </a:r>
            <a:r>
              <a:rPr lang="en-US" sz="800" err="1">
                <a:latin typeface="+mn-lt"/>
              </a:rPr>
              <a:t>Attalon</a:t>
            </a:r>
            <a:r>
              <a:rPr lang="en-US" sz="800">
                <a:latin typeface="+mn-lt"/>
              </a:rPr>
              <a:t>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428882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0551C12-59F3-A4EE-51F9-E6E0B64A7B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911" y="6452285"/>
            <a:ext cx="769742" cy="1639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DB4D8F-D7D9-10F9-6157-DECB1C133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>
            <a:lvl1pPr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4CA1A-0540-3741-5A06-376B29B72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0"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  <a:latin typeface="+mn-lt"/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  <a:latin typeface="+mn-lt"/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  <a:latin typeface="+mn-lt"/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  <a:latin typeface="+mn-lt"/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02CF19C-18D1-C599-31EE-54CCA0C15702}"/>
              </a:ext>
            </a:extLst>
          </p:cNvPr>
          <p:cNvSpPr txBox="1">
            <a:spLocks/>
          </p:cNvSpPr>
          <p:nvPr userDrawn="1"/>
        </p:nvSpPr>
        <p:spPr>
          <a:xfrm>
            <a:off x="4788819" y="6389803"/>
            <a:ext cx="2630071" cy="29383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1"/>
                </a:solidFill>
                <a:latin typeface="+mn-lt"/>
              </a:rPr>
              <a:t>© Copyright </a:t>
            </a:r>
            <a:r>
              <a:rPr lang="en-US" sz="800" err="1">
                <a:solidFill>
                  <a:schemeClr val="bg1"/>
                </a:solidFill>
                <a:latin typeface="+mn-lt"/>
              </a:rPr>
              <a:t>Attalon</a:t>
            </a:r>
            <a:r>
              <a:rPr lang="en-US" sz="800">
                <a:solidFill>
                  <a:schemeClr val="bg1"/>
                </a:solidFill>
                <a:latin typeface="+mn-lt"/>
              </a:rPr>
              <a:t>, Inc. All rights reserved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6C5FE22-E451-931C-5481-EC62A94BB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2582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8EE3F9-A947-5A4C-873E-0A1944126D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251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1B7A5-A547-DCAC-D568-735A76E2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17D4274-C5D0-B9ED-8386-1879BE1A65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911" y="6452285"/>
            <a:ext cx="769742" cy="163995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B58DDD1-4098-F2ED-872F-D33B7366C5CA}"/>
              </a:ext>
            </a:extLst>
          </p:cNvPr>
          <p:cNvSpPr txBox="1">
            <a:spLocks/>
          </p:cNvSpPr>
          <p:nvPr userDrawn="1"/>
        </p:nvSpPr>
        <p:spPr>
          <a:xfrm>
            <a:off x="4788819" y="6389803"/>
            <a:ext cx="2630071" cy="29383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latin typeface="+mn-lt"/>
              </a:rPr>
              <a:t>© Copyright </a:t>
            </a:r>
            <a:r>
              <a:rPr lang="en-US" sz="800" err="1">
                <a:latin typeface="+mn-lt"/>
              </a:rPr>
              <a:t>Attalon</a:t>
            </a:r>
            <a:r>
              <a:rPr lang="en-US" sz="800">
                <a:latin typeface="+mn-lt"/>
              </a:rPr>
              <a:t>, Inc. All rights reserved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C7EAF1F-59F9-A996-7AAB-DF3DB87C18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9911" y="1243584"/>
            <a:ext cx="5367489" cy="49333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en-US"/>
              <a:t>First level of text</a:t>
            </a:r>
          </a:p>
          <a:p>
            <a:pPr lvl="1"/>
            <a:r>
              <a:rPr lang="en-US"/>
              <a:t>Second level of text</a:t>
            </a:r>
          </a:p>
          <a:p>
            <a:pPr lvl="2"/>
            <a:r>
              <a:rPr lang="en-US"/>
              <a:t>Third level of text</a:t>
            </a:r>
          </a:p>
          <a:p>
            <a:pPr lvl="3"/>
            <a:r>
              <a:rPr lang="en-US"/>
              <a:t>Fourth level of text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3FAF00A-2475-DA09-0894-889A828683E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324599" y="1243584"/>
            <a:ext cx="5481183" cy="49333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en-US"/>
              <a:t>First level of text</a:t>
            </a:r>
          </a:p>
          <a:p>
            <a:pPr lvl="1"/>
            <a:r>
              <a:rPr lang="en-US"/>
              <a:t>Second level of text</a:t>
            </a:r>
          </a:p>
          <a:p>
            <a:pPr lvl="2"/>
            <a:r>
              <a:rPr lang="en-US"/>
              <a:t>Third level of text</a:t>
            </a:r>
          </a:p>
          <a:p>
            <a:pPr lvl="3"/>
            <a:r>
              <a:rPr lang="en-US"/>
              <a:t>Fourth level of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8E672E8-1409-3744-CC31-3CD87F01C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2582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7B8EE3F9-A947-5A4C-873E-0A1944126D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70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1B7A5-A547-DCAC-D568-735A76E2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DF990-395A-687F-6D29-A8F3A0C011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9910" y="1253765"/>
            <a:ext cx="5519890" cy="4923198"/>
          </a:xfrm>
        </p:spPr>
        <p:txBody>
          <a:bodyPr lIns="0"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7AF744-CD4B-9FEA-C538-4C3EDCDEA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53765"/>
            <a:ext cx="5633582" cy="4923198"/>
          </a:xfrm>
        </p:spPr>
        <p:txBody>
          <a:bodyPr lIns="0"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36210-BFA1-7F59-A52D-AD6440E1B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8EE3F9-A947-5A4C-873E-0A1944126D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17D4274-C5D0-B9ED-8386-1879BE1A65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911" y="6452285"/>
            <a:ext cx="769742" cy="163995"/>
          </a:xfrm>
          <a:prstGeom prst="rect">
            <a:avLst/>
          </a:prstGeom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CAB1B36-332C-9EA2-9B24-E15CD7AA526C}"/>
              </a:ext>
            </a:extLst>
          </p:cNvPr>
          <p:cNvSpPr txBox="1">
            <a:spLocks/>
          </p:cNvSpPr>
          <p:nvPr userDrawn="1"/>
        </p:nvSpPr>
        <p:spPr>
          <a:xfrm>
            <a:off x="4788819" y="6389803"/>
            <a:ext cx="2630071" cy="29383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1"/>
                </a:solidFill>
                <a:latin typeface="+mn-lt"/>
              </a:rPr>
              <a:t>© Copyright </a:t>
            </a:r>
            <a:r>
              <a:rPr lang="en-US" sz="800" err="1">
                <a:solidFill>
                  <a:schemeClr val="bg1"/>
                </a:solidFill>
                <a:latin typeface="+mn-lt"/>
              </a:rPr>
              <a:t>Attalon</a:t>
            </a:r>
            <a:r>
              <a:rPr lang="en-US" sz="800">
                <a:solidFill>
                  <a:schemeClr val="bg1"/>
                </a:solidFill>
                <a:latin typeface="+mn-lt"/>
              </a:rPr>
              <a:t>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593785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5375EA-DDAD-7B1A-136F-99F8277927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791" y="1241065"/>
            <a:ext cx="5559991" cy="606524"/>
          </a:xfrm>
        </p:spPr>
        <p:txBody>
          <a:bodyPr lIns="0" anchor="ctr" anchorCtr="0">
            <a:normAutofit/>
          </a:bodyPr>
          <a:lstStyle>
            <a:lvl1pPr marL="0" indent="0">
              <a:buNone/>
              <a:defRPr sz="2400" b="0" i="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B895E0-74B6-E730-F6BB-CB748EDB3C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5791" y="1860289"/>
            <a:ext cx="5559991" cy="4329374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195319-E8A6-8E4E-F7CB-FE43F0ED0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8EE3F9-A947-5A4C-873E-0A1944126D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FF436489-9EDC-A7C9-4FD1-ED0E49FCE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042" y="365125"/>
            <a:ext cx="11304740" cy="766091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78A5F01-F40F-7B05-3397-BB694BA49E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8134" y="1241065"/>
            <a:ext cx="5559991" cy="606524"/>
          </a:xfrm>
        </p:spPr>
        <p:txBody>
          <a:bodyPr lIns="0" anchor="ctr" anchorCtr="0">
            <a:normAutofit/>
          </a:bodyPr>
          <a:lstStyle>
            <a:lvl1pPr marL="0" indent="0">
              <a:buNone/>
              <a:defRPr sz="2400" b="0" i="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AC850080-23E1-1EA9-C784-58AA28A210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8134" y="1860289"/>
            <a:ext cx="5559991" cy="4329374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AA7DF24-E399-4E3E-2A7A-683551E49C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911" y="6452285"/>
            <a:ext cx="769742" cy="163995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358AE1E-884E-2202-CD56-A9E8F7F5A8A7}"/>
              </a:ext>
            </a:extLst>
          </p:cNvPr>
          <p:cNvSpPr txBox="1">
            <a:spLocks/>
          </p:cNvSpPr>
          <p:nvPr userDrawn="1"/>
        </p:nvSpPr>
        <p:spPr>
          <a:xfrm>
            <a:off x="4788819" y="6389803"/>
            <a:ext cx="2630071" cy="29383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latin typeface="+mn-lt"/>
              </a:rPr>
              <a:t>© Copyright </a:t>
            </a:r>
            <a:r>
              <a:rPr lang="en-US" sz="800" err="1">
                <a:latin typeface="+mn-lt"/>
              </a:rPr>
              <a:t>Attalon</a:t>
            </a:r>
            <a:r>
              <a:rPr lang="en-US" sz="800">
                <a:latin typeface="+mn-lt"/>
              </a:rPr>
              <a:t>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712834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5375EA-DDAD-7B1A-136F-99F8277927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791" y="1241065"/>
            <a:ext cx="5559991" cy="606524"/>
          </a:xfrm>
        </p:spPr>
        <p:txBody>
          <a:bodyPr lIns="0" anchor="ctr" anchorCtr="0">
            <a:normAutofit/>
          </a:bodyPr>
          <a:lstStyle>
            <a:lvl1pPr marL="0" indent="0">
              <a:buNone/>
              <a:defRPr sz="2400" b="0" i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B895E0-74B6-E730-F6BB-CB748EDB3C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5791" y="1860289"/>
            <a:ext cx="5559991" cy="4329374"/>
          </a:xfrm>
        </p:spPr>
        <p:txBody>
          <a:bodyPr lIns="0"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195319-E8A6-8E4E-F7CB-FE43F0ED0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8EE3F9-A947-5A4C-873E-0A1944126D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FF436489-9EDC-A7C9-4FD1-ED0E49FCE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042" y="365125"/>
            <a:ext cx="11304740" cy="766091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78A5F01-F40F-7B05-3397-BB694BA49E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8134" y="1241065"/>
            <a:ext cx="5559991" cy="606524"/>
          </a:xfrm>
        </p:spPr>
        <p:txBody>
          <a:bodyPr lIns="0" anchor="ctr" anchorCtr="0">
            <a:normAutofit/>
          </a:bodyPr>
          <a:lstStyle>
            <a:lvl1pPr marL="0" indent="0">
              <a:buNone/>
              <a:defRPr sz="2400" b="0" i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AC850080-23E1-1EA9-C784-58AA28A210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8134" y="1860289"/>
            <a:ext cx="5559991" cy="4329374"/>
          </a:xfrm>
        </p:spPr>
        <p:txBody>
          <a:bodyPr lIns="0"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AA7DF24-E399-4E3E-2A7A-683551E49C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911" y="6452285"/>
            <a:ext cx="769742" cy="163995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060DFAC-9612-83AC-DC0C-08B12EF76291}"/>
              </a:ext>
            </a:extLst>
          </p:cNvPr>
          <p:cNvSpPr txBox="1">
            <a:spLocks/>
          </p:cNvSpPr>
          <p:nvPr userDrawn="1"/>
        </p:nvSpPr>
        <p:spPr>
          <a:xfrm>
            <a:off x="4788819" y="6389803"/>
            <a:ext cx="2630071" cy="29383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1"/>
                </a:solidFill>
                <a:latin typeface="+mn-lt"/>
              </a:rPr>
              <a:t>© Copyright </a:t>
            </a:r>
            <a:r>
              <a:rPr lang="en-US" sz="800" err="1">
                <a:solidFill>
                  <a:schemeClr val="bg1"/>
                </a:solidFill>
                <a:latin typeface="+mn-lt"/>
              </a:rPr>
              <a:t>Attalon</a:t>
            </a:r>
            <a:r>
              <a:rPr lang="en-US" sz="800">
                <a:solidFill>
                  <a:schemeClr val="bg1"/>
                </a:solidFill>
                <a:latin typeface="+mn-lt"/>
              </a:rPr>
              <a:t>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111542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4BE6C-D420-D4F1-5257-8EB64C621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EE8995-527F-623E-A257-DDF2F6751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8EE3F9-A947-5A4C-873E-0A1944126D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F1E7179-9D05-A693-CEC8-94F678BECF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911" y="6452285"/>
            <a:ext cx="769742" cy="16399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745317-DA09-BF8F-2A70-22B86946431F}"/>
              </a:ext>
            </a:extLst>
          </p:cNvPr>
          <p:cNvSpPr txBox="1">
            <a:spLocks/>
          </p:cNvSpPr>
          <p:nvPr userDrawn="1"/>
        </p:nvSpPr>
        <p:spPr>
          <a:xfrm>
            <a:off x="4788819" y="6389803"/>
            <a:ext cx="2630071" cy="29383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latin typeface="+mn-lt"/>
              </a:rPr>
              <a:t>© Copyright </a:t>
            </a:r>
            <a:r>
              <a:rPr lang="en-US" sz="800" err="1">
                <a:latin typeface="+mn-lt"/>
              </a:rPr>
              <a:t>Attalon</a:t>
            </a:r>
            <a:r>
              <a:rPr lang="en-US" sz="800">
                <a:latin typeface="+mn-lt"/>
              </a:rPr>
              <a:t>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243164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4BE6C-D420-D4F1-5257-8EB64C621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EE8995-527F-623E-A257-DDF2F6751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8EE3F9-A947-5A4C-873E-0A1944126D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F1E7179-9D05-A693-CEC8-94F678BECF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911" y="6452285"/>
            <a:ext cx="769742" cy="163995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FEF9E06-749E-FF71-E248-79058CBE29CA}"/>
              </a:ext>
            </a:extLst>
          </p:cNvPr>
          <p:cNvSpPr txBox="1">
            <a:spLocks/>
          </p:cNvSpPr>
          <p:nvPr userDrawn="1"/>
        </p:nvSpPr>
        <p:spPr>
          <a:xfrm>
            <a:off x="4788819" y="6389803"/>
            <a:ext cx="2630071" cy="29383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1"/>
                </a:solidFill>
                <a:latin typeface="+mn-lt"/>
              </a:rPr>
              <a:t>© Copyright </a:t>
            </a:r>
            <a:r>
              <a:rPr lang="en-US" sz="800" err="1">
                <a:solidFill>
                  <a:schemeClr val="bg1"/>
                </a:solidFill>
                <a:latin typeface="+mn-lt"/>
              </a:rPr>
              <a:t>Attalon</a:t>
            </a:r>
            <a:r>
              <a:rPr lang="en-US" sz="800">
                <a:solidFill>
                  <a:schemeClr val="bg1"/>
                </a:solidFill>
                <a:latin typeface="+mn-lt"/>
              </a:rPr>
              <a:t>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868492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7EF36-F10C-BB79-ACEF-B32A5185C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E3F9-A947-5A4C-873E-0A1944126D5A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7C01394-C17C-960A-39DE-2D053ACE30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911" y="6452285"/>
            <a:ext cx="769742" cy="163995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DE68E81-7257-EDDF-7A50-76733D2FDCF1}"/>
              </a:ext>
            </a:extLst>
          </p:cNvPr>
          <p:cNvSpPr txBox="1">
            <a:spLocks/>
          </p:cNvSpPr>
          <p:nvPr userDrawn="1"/>
        </p:nvSpPr>
        <p:spPr>
          <a:xfrm>
            <a:off x="4788819" y="6389803"/>
            <a:ext cx="2630071" cy="29383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latin typeface="+mn-lt"/>
              </a:rPr>
              <a:t>© Copyright </a:t>
            </a:r>
            <a:r>
              <a:rPr lang="en-US" sz="800" err="1">
                <a:latin typeface="+mn-lt"/>
              </a:rPr>
              <a:t>Attalon</a:t>
            </a:r>
            <a:r>
              <a:rPr lang="en-US" sz="800">
                <a:latin typeface="+mn-lt"/>
              </a:rPr>
              <a:t>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801927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7EF36-F10C-BB79-ACEF-B32A5185C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8EE3F9-A947-5A4C-873E-0A1944126D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7C01394-C17C-960A-39DE-2D053ACE30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911" y="6452285"/>
            <a:ext cx="769742" cy="163995"/>
          </a:xfrm>
          <a:prstGeom prst="rect">
            <a:avLst/>
          </a:prstGeom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43EA2EF-E498-E678-46D4-4E4837366CDE}"/>
              </a:ext>
            </a:extLst>
          </p:cNvPr>
          <p:cNvSpPr txBox="1">
            <a:spLocks/>
          </p:cNvSpPr>
          <p:nvPr userDrawn="1"/>
        </p:nvSpPr>
        <p:spPr>
          <a:xfrm>
            <a:off x="4788819" y="6389803"/>
            <a:ext cx="2630071" cy="29383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1"/>
                </a:solidFill>
                <a:latin typeface="+mn-lt"/>
              </a:rPr>
              <a:t>© Copyright </a:t>
            </a:r>
            <a:r>
              <a:rPr lang="en-US" sz="800" err="1">
                <a:solidFill>
                  <a:schemeClr val="bg1"/>
                </a:solidFill>
                <a:latin typeface="+mn-lt"/>
              </a:rPr>
              <a:t>Attalon</a:t>
            </a:r>
            <a:r>
              <a:rPr lang="en-US" sz="800">
                <a:solidFill>
                  <a:schemeClr val="bg1"/>
                </a:solidFill>
                <a:latin typeface="+mn-lt"/>
              </a:rPr>
              <a:t>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262864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2FA2E-973B-6A59-79FE-6412BBDD6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910" y="457200"/>
            <a:ext cx="427211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AD097-3308-60CA-E3FA-521F516F4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622594" cy="5701004"/>
          </a:xfrm>
        </p:spPr>
        <p:txBody>
          <a:bodyPr anchor="ctr" anchorCtr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1A34BD-8042-06CC-E2C7-A8DA297265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9910" y="2152072"/>
            <a:ext cx="4272115" cy="394931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45775-C80B-C8F9-5F1C-53BC62B3B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E3F9-A947-5A4C-873E-0A1944126D5A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05AB08A-8231-258A-D046-FC921127BE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911" y="6452285"/>
            <a:ext cx="769742" cy="163995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A20D78A-B29A-A4E4-0255-13A431F65FD3}"/>
              </a:ext>
            </a:extLst>
          </p:cNvPr>
          <p:cNvSpPr txBox="1">
            <a:spLocks/>
          </p:cNvSpPr>
          <p:nvPr userDrawn="1"/>
        </p:nvSpPr>
        <p:spPr>
          <a:xfrm>
            <a:off x="4788819" y="6389803"/>
            <a:ext cx="2630071" cy="29383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latin typeface="+mn-lt"/>
              </a:rPr>
              <a:t>© Copyright </a:t>
            </a:r>
            <a:r>
              <a:rPr lang="en-US" sz="800" err="1">
                <a:latin typeface="+mn-lt"/>
              </a:rPr>
              <a:t>Attalon</a:t>
            </a:r>
            <a:r>
              <a:rPr lang="en-US" sz="800">
                <a:latin typeface="+mn-lt"/>
              </a:rPr>
              <a:t>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597169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2FA2E-973B-6A59-79FE-6412BBDD6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910" y="457200"/>
            <a:ext cx="4272115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AD097-3308-60CA-E3FA-521F516F4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622594" cy="5701004"/>
          </a:xfrm>
        </p:spPr>
        <p:txBody>
          <a:bodyPr anchor="ctr" anchorCtr="0">
            <a:normAutofit/>
          </a:bodyPr>
          <a:lstStyle>
            <a:lvl1pPr>
              <a:buClr>
                <a:schemeClr val="accent2"/>
              </a:buClr>
              <a:defRPr sz="2800"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 sz="2000"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 sz="1800"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 sz="18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1A34BD-8042-06CC-E2C7-A8DA297265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9910" y="2152072"/>
            <a:ext cx="4272115" cy="3949315"/>
          </a:xfrm>
        </p:spPr>
        <p:txBody>
          <a:bodyPr/>
          <a:lstStyle>
            <a:lvl1pPr marL="0" indent="0">
              <a:buClr>
                <a:schemeClr val="accent2"/>
              </a:buClr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45775-C80B-C8F9-5F1C-53BC62B3B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8EE3F9-A947-5A4C-873E-0A1944126D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05AB08A-8231-258A-D046-FC921127BE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911" y="6452285"/>
            <a:ext cx="769742" cy="163995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6C6653C-3857-8F6B-D79A-63D12E90EB68}"/>
              </a:ext>
            </a:extLst>
          </p:cNvPr>
          <p:cNvSpPr txBox="1">
            <a:spLocks/>
          </p:cNvSpPr>
          <p:nvPr userDrawn="1"/>
        </p:nvSpPr>
        <p:spPr>
          <a:xfrm>
            <a:off x="4788819" y="6389803"/>
            <a:ext cx="2630071" cy="29383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1"/>
                </a:solidFill>
                <a:latin typeface="+mn-lt"/>
              </a:rPr>
              <a:t>© Copyright </a:t>
            </a:r>
            <a:r>
              <a:rPr lang="en-US" sz="800" err="1">
                <a:solidFill>
                  <a:schemeClr val="bg1"/>
                </a:solidFill>
                <a:latin typeface="+mn-lt"/>
              </a:rPr>
              <a:t>Attalon</a:t>
            </a:r>
            <a:r>
              <a:rPr lang="en-US" sz="800">
                <a:solidFill>
                  <a:schemeClr val="bg1"/>
                </a:solidFill>
                <a:latin typeface="+mn-lt"/>
              </a:rPr>
              <a:t>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427157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rame and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01D5312E-0485-D0DA-DF7B-4A8783ABA9FF}"/>
              </a:ext>
            </a:extLst>
          </p:cNvPr>
          <p:cNvGrpSpPr/>
          <p:nvPr userDrawn="1"/>
        </p:nvGrpSpPr>
        <p:grpSpPr>
          <a:xfrm>
            <a:off x="4928992" y="0"/>
            <a:ext cx="7263008" cy="6873658"/>
            <a:chOff x="4928992" y="0"/>
            <a:chExt cx="7263008" cy="6873658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1335548-F38D-47CD-2EDB-1FF6CE63F4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9930"/>
            <a:stretch>
              <a:fillRect/>
            </a:stretch>
          </p:blipFill>
          <p:spPr>
            <a:xfrm flipH="1">
              <a:off x="5968652" y="3567112"/>
              <a:ext cx="6223348" cy="3306546"/>
            </a:xfrm>
            <a:prstGeom prst="rect">
              <a:avLst/>
            </a:prstGeom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DE5A61F-3AC2-D502-3EC1-926F1F8BB1E7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4928992" y="0"/>
              <a:ext cx="2129033" cy="5946775"/>
            </a:xfrm>
            <a:prstGeom prst="line">
              <a:avLst/>
            </a:prstGeom>
            <a:ln w="12700">
              <a:solidFill>
                <a:srgbClr val="54B94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C65317-DC1C-F71A-5173-BAC4FFFA64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9910" y="442544"/>
            <a:ext cx="5979298" cy="5712868"/>
          </a:xfrm>
          <a:custGeom>
            <a:avLst/>
            <a:gdLst>
              <a:gd name="csX0" fmla="*/ 0 w 6196753"/>
              <a:gd name="csY0" fmla="*/ 538781 h 5712868"/>
              <a:gd name="csX1" fmla="*/ 538781 w 6196753"/>
              <a:gd name="csY1" fmla="*/ 0 h 5712868"/>
              <a:gd name="csX2" fmla="*/ 5657972 w 6196753"/>
              <a:gd name="csY2" fmla="*/ 0 h 5712868"/>
              <a:gd name="csX3" fmla="*/ 6196753 w 6196753"/>
              <a:gd name="csY3" fmla="*/ 538781 h 5712868"/>
              <a:gd name="csX4" fmla="*/ 6196753 w 6196753"/>
              <a:gd name="csY4" fmla="*/ 5174087 h 5712868"/>
              <a:gd name="csX5" fmla="*/ 5657972 w 6196753"/>
              <a:gd name="csY5" fmla="*/ 5712868 h 5712868"/>
              <a:gd name="csX6" fmla="*/ 538781 w 6196753"/>
              <a:gd name="csY6" fmla="*/ 5712868 h 5712868"/>
              <a:gd name="csX7" fmla="*/ 0 w 6196753"/>
              <a:gd name="csY7" fmla="*/ 5174087 h 5712868"/>
              <a:gd name="csX8" fmla="*/ 0 w 6196753"/>
              <a:gd name="csY8" fmla="*/ 538781 h 5712868"/>
              <a:gd name="csX0" fmla="*/ 0 w 6196753"/>
              <a:gd name="csY0" fmla="*/ 538781 h 5712868"/>
              <a:gd name="csX1" fmla="*/ 538781 w 6196753"/>
              <a:gd name="csY1" fmla="*/ 0 h 5712868"/>
              <a:gd name="csX2" fmla="*/ 3891802 w 6196753"/>
              <a:gd name="csY2" fmla="*/ 0 h 5712868"/>
              <a:gd name="csX3" fmla="*/ 6196753 w 6196753"/>
              <a:gd name="csY3" fmla="*/ 538781 h 5712868"/>
              <a:gd name="csX4" fmla="*/ 6196753 w 6196753"/>
              <a:gd name="csY4" fmla="*/ 5174087 h 5712868"/>
              <a:gd name="csX5" fmla="*/ 5657972 w 6196753"/>
              <a:gd name="csY5" fmla="*/ 5712868 h 5712868"/>
              <a:gd name="csX6" fmla="*/ 538781 w 6196753"/>
              <a:gd name="csY6" fmla="*/ 5712868 h 5712868"/>
              <a:gd name="csX7" fmla="*/ 0 w 6196753"/>
              <a:gd name="csY7" fmla="*/ 5174087 h 5712868"/>
              <a:gd name="csX8" fmla="*/ 0 w 6196753"/>
              <a:gd name="csY8" fmla="*/ 538781 h 5712868"/>
              <a:gd name="csX0" fmla="*/ 0 w 6196753"/>
              <a:gd name="csY0" fmla="*/ 538781 h 5712868"/>
              <a:gd name="csX1" fmla="*/ 538781 w 6196753"/>
              <a:gd name="csY1" fmla="*/ 0 h 5712868"/>
              <a:gd name="csX2" fmla="*/ 3891802 w 6196753"/>
              <a:gd name="csY2" fmla="*/ 0 h 5712868"/>
              <a:gd name="csX3" fmla="*/ 4418057 w 6196753"/>
              <a:gd name="csY3" fmla="*/ 451099 h 5712868"/>
              <a:gd name="csX4" fmla="*/ 6196753 w 6196753"/>
              <a:gd name="csY4" fmla="*/ 5174087 h 5712868"/>
              <a:gd name="csX5" fmla="*/ 5657972 w 6196753"/>
              <a:gd name="csY5" fmla="*/ 5712868 h 5712868"/>
              <a:gd name="csX6" fmla="*/ 538781 w 6196753"/>
              <a:gd name="csY6" fmla="*/ 5712868 h 5712868"/>
              <a:gd name="csX7" fmla="*/ 0 w 6196753"/>
              <a:gd name="csY7" fmla="*/ 5174087 h 5712868"/>
              <a:gd name="csX8" fmla="*/ 0 w 6196753"/>
              <a:gd name="csY8" fmla="*/ 538781 h 5712868"/>
              <a:gd name="csX0" fmla="*/ 0 w 6196753"/>
              <a:gd name="csY0" fmla="*/ 538781 h 5712868"/>
              <a:gd name="csX1" fmla="*/ 538781 w 6196753"/>
              <a:gd name="csY1" fmla="*/ 0 h 5712868"/>
              <a:gd name="csX2" fmla="*/ 3891802 w 6196753"/>
              <a:gd name="csY2" fmla="*/ 0 h 5712868"/>
              <a:gd name="csX3" fmla="*/ 4418057 w 6196753"/>
              <a:gd name="csY3" fmla="*/ 451099 h 5712868"/>
              <a:gd name="csX4" fmla="*/ 6196753 w 6196753"/>
              <a:gd name="csY4" fmla="*/ 5174087 h 5712868"/>
              <a:gd name="csX5" fmla="*/ 5657972 w 6196753"/>
              <a:gd name="csY5" fmla="*/ 5712868 h 5712868"/>
              <a:gd name="csX6" fmla="*/ 538781 w 6196753"/>
              <a:gd name="csY6" fmla="*/ 5712868 h 5712868"/>
              <a:gd name="csX7" fmla="*/ 0 w 6196753"/>
              <a:gd name="csY7" fmla="*/ 5174087 h 5712868"/>
              <a:gd name="csX8" fmla="*/ 0 w 6196753"/>
              <a:gd name="csY8" fmla="*/ 538781 h 5712868"/>
              <a:gd name="csX0" fmla="*/ 0 w 5990073"/>
              <a:gd name="csY0" fmla="*/ 538781 h 5712868"/>
              <a:gd name="csX1" fmla="*/ 538781 w 5990073"/>
              <a:gd name="csY1" fmla="*/ 0 h 5712868"/>
              <a:gd name="csX2" fmla="*/ 3891802 w 5990073"/>
              <a:gd name="csY2" fmla="*/ 0 h 5712868"/>
              <a:gd name="csX3" fmla="*/ 4418057 w 5990073"/>
              <a:gd name="csY3" fmla="*/ 451099 h 5712868"/>
              <a:gd name="csX4" fmla="*/ 5990073 w 5990073"/>
              <a:gd name="csY4" fmla="*/ 5105194 h 5712868"/>
              <a:gd name="csX5" fmla="*/ 5657972 w 5990073"/>
              <a:gd name="csY5" fmla="*/ 5712868 h 5712868"/>
              <a:gd name="csX6" fmla="*/ 538781 w 5990073"/>
              <a:gd name="csY6" fmla="*/ 5712868 h 5712868"/>
              <a:gd name="csX7" fmla="*/ 0 w 5990073"/>
              <a:gd name="csY7" fmla="*/ 5174087 h 5712868"/>
              <a:gd name="csX8" fmla="*/ 0 w 5990073"/>
              <a:gd name="csY8" fmla="*/ 538781 h 5712868"/>
              <a:gd name="csX0" fmla="*/ 0 w 5990073"/>
              <a:gd name="csY0" fmla="*/ 538781 h 5712868"/>
              <a:gd name="csX1" fmla="*/ 538781 w 5990073"/>
              <a:gd name="csY1" fmla="*/ 0 h 5712868"/>
              <a:gd name="csX2" fmla="*/ 3891802 w 5990073"/>
              <a:gd name="csY2" fmla="*/ 0 h 5712868"/>
              <a:gd name="csX3" fmla="*/ 4418057 w 5990073"/>
              <a:gd name="csY3" fmla="*/ 451099 h 5712868"/>
              <a:gd name="csX4" fmla="*/ 5990073 w 5990073"/>
              <a:gd name="csY4" fmla="*/ 5105194 h 5712868"/>
              <a:gd name="csX5" fmla="*/ 5445029 w 5990073"/>
              <a:gd name="csY5" fmla="*/ 5712868 h 5712868"/>
              <a:gd name="csX6" fmla="*/ 538781 w 5990073"/>
              <a:gd name="csY6" fmla="*/ 5712868 h 5712868"/>
              <a:gd name="csX7" fmla="*/ 0 w 5990073"/>
              <a:gd name="csY7" fmla="*/ 5174087 h 5712868"/>
              <a:gd name="csX8" fmla="*/ 0 w 5990073"/>
              <a:gd name="csY8" fmla="*/ 538781 h 5712868"/>
              <a:gd name="csX0" fmla="*/ 0 w 5996336"/>
              <a:gd name="csY0" fmla="*/ 538781 h 5712868"/>
              <a:gd name="csX1" fmla="*/ 538781 w 5996336"/>
              <a:gd name="csY1" fmla="*/ 0 h 5712868"/>
              <a:gd name="csX2" fmla="*/ 3891802 w 5996336"/>
              <a:gd name="csY2" fmla="*/ 0 h 5712868"/>
              <a:gd name="csX3" fmla="*/ 4418057 w 5996336"/>
              <a:gd name="csY3" fmla="*/ 451099 h 5712868"/>
              <a:gd name="csX4" fmla="*/ 5996336 w 5996336"/>
              <a:gd name="csY4" fmla="*/ 5180350 h 5712868"/>
              <a:gd name="csX5" fmla="*/ 5445029 w 5996336"/>
              <a:gd name="csY5" fmla="*/ 5712868 h 5712868"/>
              <a:gd name="csX6" fmla="*/ 538781 w 5996336"/>
              <a:gd name="csY6" fmla="*/ 5712868 h 5712868"/>
              <a:gd name="csX7" fmla="*/ 0 w 5996336"/>
              <a:gd name="csY7" fmla="*/ 5174087 h 5712868"/>
              <a:gd name="csX8" fmla="*/ 0 w 5996336"/>
              <a:gd name="csY8" fmla="*/ 538781 h 5712868"/>
              <a:gd name="csX0" fmla="*/ 0 w 5997905"/>
              <a:gd name="csY0" fmla="*/ 538781 h 5712868"/>
              <a:gd name="csX1" fmla="*/ 538781 w 5997905"/>
              <a:gd name="csY1" fmla="*/ 0 h 5712868"/>
              <a:gd name="csX2" fmla="*/ 3891802 w 5997905"/>
              <a:gd name="csY2" fmla="*/ 0 h 5712868"/>
              <a:gd name="csX3" fmla="*/ 4418057 w 5997905"/>
              <a:gd name="csY3" fmla="*/ 451099 h 5712868"/>
              <a:gd name="csX4" fmla="*/ 5996336 w 5997905"/>
              <a:gd name="csY4" fmla="*/ 5180350 h 5712868"/>
              <a:gd name="csX5" fmla="*/ 5445029 w 5997905"/>
              <a:gd name="csY5" fmla="*/ 5712868 h 5712868"/>
              <a:gd name="csX6" fmla="*/ 538781 w 5997905"/>
              <a:gd name="csY6" fmla="*/ 5712868 h 5712868"/>
              <a:gd name="csX7" fmla="*/ 0 w 5997905"/>
              <a:gd name="csY7" fmla="*/ 5174087 h 5712868"/>
              <a:gd name="csX8" fmla="*/ 0 w 5997905"/>
              <a:gd name="csY8" fmla="*/ 538781 h 5712868"/>
              <a:gd name="csX0" fmla="*/ 0 w 5997905"/>
              <a:gd name="csY0" fmla="*/ 538781 h 5712868"/>
              <a:gd name="csX1" fmla="*/ 538781 w 5997905"/>
              <a:gd name="csY1" fmla="*/ 0 h 5712868"/>
              <a:gd name="csX2" fmla="*/ 3891802 w 5997905"/>
              <a:gd name="csY2" fmla="*/ 0 h 5712868"/>
              <a:gd name="csX3" fmla="*/ 4418057 w 5997905"/>
              <a:gd name="csY3" fmla="*/ 451099 h 5712868"/>
              <a:gd name="csX4" fmla="*/ 5996336 w 5997905"/>
              <a:gd name="csY4" fmla="*/ 5149035 h 5712868"/>
              <a:gd name="csX5" fmla="*/ 5445029 w 5997905"/>
              <a:gd name="csY5" fmla="*/ 5712868 h 5712868"/>
              <a:gd name="csX6" fmla="*/ 538781 w 5997905"/>
              <a:gd name="csY6" fmla="*/ 5712868 h 5712868"/>
              <a:gd name="csX7" fmla="*/ 0 w 5997905"/>
              <a:gd name="csY7" fmla="*/ 5174087 h 5712868"/>
              <a:gd name="csX8" fmla="*/ 0 w 5997905"/>
              <a:gd name="csY8" fmla="*/ 538781 h 5712868"/>
              <a:gd name="csX0" fmla="*/ 0 w 6010326"/>
              <a:gd name="csY0" fmla="*/ 538781 h 5712868"/>
              <a:gd name="csX1" fmla="*/ 538781 w 6010326"/>
              <a:gd name="csY1" fmla="*/ 0 h 5712868"/>
              <a:gd name="csX2" fmla="*/ 3891802 w 6010326"/>
              <a:gd name="csY2" fmla="*/ 0 h 5712868"/>
              <a:gd name="csX3" fmla="*/ 4418057 w 6010326"/>
              <a:gd name="csY3" fmla="*/ 451099 h 5712868"/>
              <a:gd name="csX4" fmla="*/ 5996336 w 6010326"/>
              <a:gd name="csY4" fmla="*/ 5149035 h 5712868"/>
              <a:gd name="csX5" fmla="*/ 5445029 w 6010326"/>
              <a:gd name="csY5" fmla="*/ 5712868 h 5712868"/>
              <a:gd name="csX6" fmla="*/ 538781 w 6010326"/>
              <a:gd name="csY6" fmla="*/ 5712868 h 5712868"/>
              <a:gd name="csX7" fmla="*/ 0 w 6010326"/>
              <a:gd name="csY7" fmla="*/ 5174087 h 5712868"/>
              <a:gd name="csX8" fmla="*/ 0 w 6010326"/>
              <a:gd name="csY8" fmla="*/ 538781 h 5712868"/>
              <a:gd name="csX0" fmla="*/ 0 w 5950092"/>
              <a:gd name="csY0" fmla="*/ 538781 h 5712868"/>
              <a:gd name="csX1" fmla="*/ 538781 w 5950092"/>
              <a:gd name="csY1" fmla="*/ 0 h 5712868"/>
              <a:gd name="csX2" fmla="*/ 3891802 w 5950092"/>
              <a:gd name="csY2" fmla="*/ 0 h 5712868"/>
              <a:gd name="csX3" fmla="*/ 4418057 w 5950092"/>
              <a:gd name="csY3" fmla="*/ 451099 h 5712868"/>
              <a:gd name="csX4" fmla="*/ 5933706 w 5950092"/>
              <a:gd name="csY4" fmla="*/ 4967408 h 5712868"/>
              <a:gd name="csX5" fmla="*/ 5445029 w 5950092"/>
              <a:gd name="csY5" fmla="*/ 5712868 h 5712868"/>
              <a:gd name="csX6" fmla="*/ 538781 w 5950092"/>
              <a:gd name="csY6" fmla="*/ 5712868 h 5712868"/>
              <a:gd name="csX7" fmla="*/ 0 w 5950092"/>
              <a:gd name="csY7" fmla="*/ 5174087 h 5712868"/>
              <a:gd name="csX8" fmla="*/ 0 w 5950092"/>
              <a:gd name="csY8" fmla="*/ 538781 h 5712868"/>
              <a:gd name="csX0" fmla="*/ 0 w 5974788"/>
              <a:gd name="csY0" fmla="*/ 538781 h 5712868"/>
              <a:gd name="csX1" fmla="*/ 538781 w 5974788"/>
              <a:gd name="csY1" fmla="*/ 0 h 5712868"/>
              <a:gd name="csX2" fmla="*/ 3891802 w 5974788"/>
              <a:gd name="csY2" fmla="*/ 0 h 5712868"/>
              <a:gd name="csX3" fmla="*/ 4418057 w 5974788"/>
              <a:gd name="csY3" fmla="*/ 451099 h 5712868"/>
              <a:gd name="csX4" fmla="*/ 5933706 w 5974788"/>
              <a:gd name="csY4" fmla="*/ 4967408 h 5712868"/>
              <a:gd name="csX5" fmla="*/ 5445029 w 5974788"/>
              <a:gd name="csY5" fmla="*/ 5712868 h 5712868"/>
              <a:gd name="csX6" fmla="*/ 538781 w 5974788"/>
              <a:gd name="csY6" fmla="*/ 5712868 h 5712868"/>
              <a:gd name="csX7" fmla="*/ 0 w 5974788"/>
              <a:gd name="csY7" fmla="*/ 5174087 h 5712868"/>
              <a:gd name="csX8" fmla="*/ 0 w 5974788"/>
              <a:gd name="csY8" fmla="*/ 538781 h 5712868"/>
              <a:gd name="csX0" fmla="*/ 0 w 5979298"/>
              <a:gd name="csY0" fmla="*/ 538781 h 5712868"/>
              <a:gd name="csX1" fmla="*/ 538781 w 5979298"/>
              <a:gd name="csY1" fmla="*/ 0 h 5712868"/>
              <a:gd name="csX2" fmla="*/ 3891802 w 5979298"/>
              <a:gd name="csY2" fmla="*/ 0 h 5712868"/>
              <a:gd name="csX3" fmla="*/ 4418057 w 5979298"/>
              <a:gd name="csY3" fmla="*/ 451099 h 5712868"/>
              <a:gd name="csX4" fmla="*/ 5933706 w 5979298"/>
              <a:gd name="csY4" fmla="*/ 4967408 h 5712868"/>
              <a:gd name="csX5" fmla="*/ 5445029 w 5979298"/>
              <a:gd name="csY5" fmla="*/ 5712868 h 5712868"/>
              <a:gd name="csX6" fmla="*/ 538781 w 5979298"/>
              <a:gd name="csY6" fmla="*/ 5712868 h 5712868"/>
              <a:gd name="csX7" fmla="*/ 0 w 5979298"/>
              <a:gd name="csY7" fmla="*/ 5174087 h 5712868"/>
              <a:gd name="csX8" fmla="*/ 0 w 5979298"/>
              <a:gd name="csY8" fmla="*/ 538781 h 5712868"/>
              <a:gd name="csX0" fmla="*/ 0 w 5979298"/>
              <a:gd name="csY0" fmla="*/ 545044 h 5719131"/>
              <a:gd name="csX1" fmla="*/ 538781 w 5979298"/>
              <a:gd name="csY1" fmla="*/ 6263 h 5719131"/>
              <a:gd name="csX2" fmla="*/ 3816645 w 5979298"/>
              <a:gd name="csY2" fmla="*/ 0 h 5719131"/>
              <a:gd name="csX3" fmla="*/ 4418057 w 5979298"/>
              <a:gd name="csY3" fmla="*/ 457362 h 5719131"/>
              <a:gd name="csX4" fmla="*/ 5933706 w 5979298"/>
              <a:gd name="csY4" fmla="*/ 4973671 h 5719131"/>
              <a:gd name="csX5" fmla="*/ 5445029 w 5979298"/>
              <a:gd name="csY5" fmla="*/ 5719131 h 5719131"/>
              <a:gd name="csX6" fmla="*/ 538781 w 5979298"/>
              <a:gd name="csY6" fmla="*/ 5719131 h 5719131"/>
              <a:gd name="csX7" fmla="*/ 0 w 5979298"/>
              <a:gd name="csY7" fmla="*/ 5180350 h 5719131"/>
              <a:gd name="csX8" fmla="*/ 0 w 5979298"/>
              <a:gd name="csY8" fmla="*/ 545044 h 5719131"/>
              <a:gd name="csX0" fmla="*/ 0 w 5979298"/>
              <a:gd name="csY0" fmla="*/ 545044 h 5719131"/>
              <a:gd name="csX1" fmla="*/ 538781 w 5979298"/>
              <a:gd name="csY1" fmla="*/ 6263 h 5719131"/>
              <a:gd name="csX2" fmla="*/ 3816645 w 5979298"/>
              <a:gd name="csY2" fmla="*/ 0 h 5719131"/>
              <a:gd name="csX3" fmla="*/ 4367953 w 5979298"/>
              <a:gd name="csY3" fmla="*/ 476151 h 5719131"/>
              <a:gd name="csX4" fmla="*/ 5933706 w 5979298"/>
              <a:gd name="csY4" fmla="*/ 4973671 h 5719131"/>
              <a:gd name="csX5" fmla="*/ 5445029 w 5979298"/>
              <a:gd name="csY5" fmla="*/ 5719131 h 5719131"/>
              <a:gd name="csX6" fmla="*/ 538781 w 5979298"/>
              <a:gd name="csY6" fmla="*/ 5719131 h 5719131"/>
              <a:gd name="csX7" fmla="*/ 0 w 5979298"/>
              <a:gd name="csY7" fmla="*/ 5180350 h 5719131"/>
              <a:gd name="csX8" fmla="*/ 0 w 5979298"/>
              <a:gd name="csY8" fmla="*/ 545044 h 5719131"/>
              <a:gd name="csX0" fmla="*/ 0 w 5979298"/>
              <a:gd name="csY0" fmla="*/ 545044 h 5719131"/>
              <a:gd name="csX1" fmla="*/ 538781 w 5979298"/>
              <a:gd name="csY1" fmla="*/ 6263 h 5719131"/>
              <a:gd name="csX2" fmla="*/ 3816645 w 5979298"/>
              <a:gd name="csY2" fmla="*/ 0 h 5719131"/>
              <a:gd name="csX3" fmla="*/ 4367953 w 5979298"/>
              <a:gd name="csY3" fmla="*/ 476151 h 5719131"/>
              <a:gd name="csX4" fmla="*/ 5933706 w 5979298"/>
              <a:gd name="csY4" fmla="*/ 4973671 h 5719131"/>
              <a:gd name="csX5" fmla="*/ 5445029 w 5979298"/>
              <a:gd name="csY5" fmla="*/ 5719131 h 5719131"/>
              <a:gd name="csX6" fmla="*/ 538781 w 5979298"/>
              <a:gd name="csY6" fmla="*/ 5719131 h 5719131"/>
              <a:gd name="csX7" fmla="*/ 0 w 5979298"/>
              <a:gd name="csY7" fmla="*/ 5180350 h 5719131"/>
              <a:gd name="csX8" fmla="*/ 0 w 5979298"/>
              <a:gd name="csY8" fmla="*/ 545044 h 5719131"/>
              <a:gd name="csX0" fmla="*/ 0 w 5979298"/>
              <a:gd name="csY0" fmla="*/ 538781 h 5712868"/>
              <a:gd name="csX1" fmla="*/ 538781 w 5979298"/>
              <a:gd name="csY1" fmla="*/ 0 h 5712868"/>
              <a:gd name="csX2" fmla="*/ 3772804 w 5979298"/>
              <a:gd name="csY2" fmla="*/ 0 h 5712868"/>
              <a:gd name="csX3" fmla="*/ 4367953 w 5979298"/>
              <a:gd name="csY3" fmla="*/ 469888 h 5712868"/>
              <a:gd name="csX4" fmla="*/ 5933706 w 5979298"/>
              <a:gd name="csY4" fmla="*/ 4967408 h 5712868"/>
              <a:gd name="csX5" fmla="*/ 5445029 w 5979298"/>
              <a:gd name="csY5" fmla="*/ 5712868 h 5712868"/>
              <a:gd name="csX6" fmla="*/ 538781 w 5979298"/>
              <a:gd name="csY6" fmla="*/ 5712868 h 5712868"/>
              <a:gd name="csX7" fmla="*/ 0 w 5979298"/>
              <a:gd name="csY7" fmla="*/ 5174087 h 5712868"/>
              <a:gd name="csX8" fmla="*/ 0 w 5979298"/>
              <a:gd name="csY8" fmla="*/ 538781 h 57128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979298" h="5712868">
                <a:moveTo>
                  <a:pt x="0" y="538781"/>
                </a:moveTo>
                <a:cubicBezTo>
                  <a:pt x="0" y="241220"/>
                  <a:pt x="241220" y="0"/>
                  <a:pt x="538781" y="0"/>
                </a:cubicBezTo>
                <a:lnTo>
                  <a:pt x="3772804" y="0"/>
                </a:lnTo>
                <a:cubicBezTo>
                  <a:pt x="4070365" y="0"/>
                  <a:pt x="4261481" y="184853"/>
                  <a:pt x="4367953" y="469888"/>
                </a:cubicBezTo>
                <a:lnTo>
                  <a:pt x="5933706" y="4967408"/>
                </a:lnTo>
                <a:cubicBezTo>
                  <a:pt x="6109072" y="5509226"/>
                  <a:pt x="5742590" y="5712868"/>
                  <a:pt x="5445029" y="5712868"/>
                </a:cubicBezTo>
                <a:lnTo>
                  <a:pt x="538781" y="5712868"/>
                </a:lnTo>
                <a:cubicBezTo>
                  <a:pt x="241220" y="5712868"/>
                  <a:pt x="0" y="5471648"/>
                  <a:pt x="0" y="5174087"/>
                </a:cubicBezTo>
                <a:lnTo>
                  <a:pt x="0" y="538781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526A4B-117D-76C2-8104-3BE71F7BD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886" y="457200"/>
            <a:ext cx="4555896" cy="1600200"/>
          </a:xfrm>
        </p:spPr>
        <p:txBody>
          <a:bodyPr lIns="0"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B64E4A-2B3C-04B5-507D-A68BA1363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49886" y="2155371"/>
            <a:ext cx="4555896" cy="3944804"/>
          </a:xfrm>
        </p:spPr>
        <p:txBody>
          <a:bodyPr lIns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C1F35-4023-3925-6458-81F51CD04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E3F9-A947-5A4C-873E-0A1944126D5A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F996B29-37FA-3C4F-9C23-F64DC00727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911" y="6452285"/>
            <a:ext cx="769742" cy="163995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549E7E3-C55F-690D-E0DB-21E5E0ABABF4}"/>
              </a:ext>
            </a:extLst>
          </p:cNvPr>
          <p:cNvSpPr txBox="1">
            <a:spLocks/>
          </p:cNvSpPr>
          <p:nvPr userDrawn="1"/>
        </p:nvSpPr>
        <p:spPr>
          <a:xfrm>
            <a:off x="4788819" y="6389803"/>
            <a:ext cx="2630071" cy="29383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latin typeface="+mn-lt"/>
              </a:rPr>
              <a:t>© Copyright </a:t>
            </a:r>
            <a:r>
              <a:rPr lang="en-US" sz="800" err="1">
                <a:latin typeface="+mn-lt"/>
              </a:rPr>
              <a:t>Attalon</a:t>
            </a:r>
            <a:r>
              <a:rPr lang="en-US" sz="800">
                <a:latin typeface="+mn-lt"/>
              </a:rPr>
              <a:t>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53270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rame and Column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01D5312E-0485-D0DA-DF7B-4A8783ABA9FF}"/>
              </a:ext>
            </a:extLst>
          </p:cNvPr>
          <p:cNvGrpSpPr/>
          <p:nvPr userDrawn="1"/>
        </p:nvGrpSpPr>
        <p:grpSpPr>
          <a:xfrm>
            <a:off x="4928992" y="0"/>
            <a:ext cx="7263008" cy="6873658"/>
            <a:chOff x="4928992" y="0"/>
            <a:chExt cx="7263008" cy="6873658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1335548-F38D-47CD-2EDB-1FF6CE63F4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19930"/>
            <a:stretch>
              <a:fillRect/>
            </a:stretch>
          </p:blipFill>
          <p:spPr>
            <a:xfrm flipH="1">
              <a:off x="5968652" y="3567112"/>
              <a:ext cx="6223348" cy="3306546"/>
            </a:xfrm>
            <a:prstGeom prst="rect">
              <a:avLst/>
            </a:prstGeom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DE5A61F-3AC2-D502-3EC1-926F1F8BB1E7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4928992" y="0"/>
              <a:ext cx="2129033" cy="5946775"/>
            </a:xfrm>
            <a:prstGeom prst="line">
              <a:avLst/>
            </a:prstGeom>
            <a:ln w="12700">
              <a:solidFill>
                <a:srgbClr val="54B94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C65317-DC1C-F71A-5173-BAC4FFFA64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9910" y="442544"/>
            <a:ext cx="5979298" cy="5712868"/>
          </a:xfrm>
          <a:custGeom>
            <a:avLst/>
            <a:gdLst>
              <a:gd name="csX0" fmla="*/ 0 w 6196753"/>
              <a:gd name="csY0" fmla="*/ 538781 h 5712868"/>
              <a:gd name="csX1" fmla="*/ 538781 w 6196753"/>
              <a:gd name="csY1" fmla="*/ 0 h 5712868"/>
              <a:gd name="csX2" fmla="*/ 5657972 w 6196753"/>
              <a:gd name="csY2" fmla="*/ 0 h 5712868"/>
              <a:gd name="csX3" fmla="*/ 6196753 w 6196753"/>
              <a:gd name="csY3" fmla="*/ 538781 h 5712868"/>
              <a:gd name="csX4" fmla="*/ 6196753 w 6196753"/>
              <a:gd name="csY4" fmla="*/ 5174087 h 5712868"/>
              <a:gd name="csX5" fmla="*/ 5657972 w 6196753"/>
              <a:gd name="csY5" fmla="*/ 5712868 h 5712868"/>
              <a:gd name="csX6" fmla="*/ 538781 w 6196753"/>
              <a:gd name="csY6" fmla="*/ 5712868 h 5712868"/>
              <a:gd name="csX7" fmla="*/ 0 w 6196753"/>
              <a:gd name="csY7" fmla="*/ 5174087 h 5712868"/>
              <a:gd name="csX8" fmla="*/ 0 w 6196753"/>
              <a:gd name="csY8" fmla="*/ 538781 h 5712868"/>
              <a:gd name="csX0" fmla="*/ 0 w 6196753"/>
              <a:gd name="csY0" fmla="*/ 538781 h 5712868"/>
              <a:gd name="csX1" fmla="*/ 538781 w 6196753"/>
              <a:gd name="csY1" fmla="*/ 0 h 5712868"/>
              <a:gd name="csX2" fmla="*/ 3891802 w 6196753"/>
              <a:gd name="csY2" fmla="*/ 0 h 5712868"/>
              <a:gd name="csX3" fmla="*/ 6196753 w 6196753"/>
              <a:gd name="csY3" fmla="*/ 538781 h 5712868"/>
              <a:gd name="csX4" fmla="*/ 6196753 w 6196753"/>
              <a:gd name="csY4" fmla="*/ 5174087 h 5712868"/>
              <a:gd name="csX5" fmla="*/ 5657972 w 6196753"/>
              <a:gd name="csY5" fmla="*/ 5712868 h 5712868"/>
              <a:gd name="csX6" fmla="*/ 538781 w 6196753"/>
              <a:gd name="csY6" fmla="*/ 5712868 h 5712868"/>
              <a:gd name="csX7" fmla="*/ 0 w 6196753"/>
              <a:gd name="csY7" fmla="*/ 5174087 h 5712868"/>
              <a:gd name="csX8" fmla="*/ 0 w 6196753"/>
              <a:gd name="csY8" fmla="*/ 538781 h 5712868"/>
              <a:gd name="csX0" fmla="*/ 0 w 6196753"/>
              <a:gd name="csY0" fmla="*/ 538781 h 5712868"/>
              <a:gd name="csX1" fmla="*/ 538781 w 6196753"/>
              <a:gd name="csY1" fmla="*/ 0 h 5712868"/>
              <a:gd name="csX2" fmla="*/ 3891802 w 6196753"/>
              <a:gd name="csY2" fmla="*/ 0 h 5712868"/>
              <a:gd name="csX3" fmla="*/ 4418057 w 6196753"/>
              <a:gd name="csY3" fmla="*/ 451099 h 5712868"/>
              <a:gd name="csX4" fmla="*/ 6196753 w 6196753"/>
              <a:gd name="csY4" fmla="*/ 5174087 h 5712868"/>
              <a:gd name="csX5" fmla="*/ 5657972 w 6196753"/>
              <a:gd name="csY5" fmla="*/ 5712868 h 5712868"/>
              <a:gd name="csX6" fmla="*/ 538781 w 6196753"/>
              <a:gd name="csY6" fmla="*/ 5712868 h 5712868"/>
              <a:gd name="csX7" fmla="*/ 0 w 6196753"/>
              <a:gd name="csY7" fmla="*/ 5174087 h 5712868"/>
              <a:gd name="csX8" fmla="*/ 0 w 6196753"/>
              <a:gd name="csY8" fmla="*/ 538781 h 5712868"/>
              <a:gd name="csX0" fmla="*/ 0 w 6196753"/>
              <a:gd name="csY0" fmla="*/ 538781 h 5712868"/>
              <a:gd name="csX1" fmla="*/ 538781 w 6196753"/>
              <a:gd name="csY1" fmla="*/ 0 h 5712868"/>
              <a:gd name="csX2" fmla="*/ 3891802 w 6196753"/>
              <a:gd name="csY2" fmla="*/ 0 h 5712868"/>
              <a:gd name="csX3" fmla="*/ 4418057 w 6196753"/>
              <a:gd name="csY3" fmla="*/ 451099 h 5712868"/>
              <a:gd name="csX4" fmla="*/ 6196753 w 6196753"/>
              <a:gd name="csY4" fmla="*/ 5174087 h 5712868"/>
              <a:gd name="csX5" fmla="*/ 5657972 w 6196753"/>
              <a:gd name="csY5" fmla="*/ 5712868 h 5712868"/>
              <a:gd name="csX6" fmla="*/ 538781 w 6196753"/>
              <a:gd name="csY6" fmla="*/ 5712868 h 5712868"/>
              <a:gd name="csX7" fmla="*/ 0 w 6196753"/>
              <a:gd name="csY7" fmla="*/ 5174087 h 5712868"/>
              <a:gd name="csX8" fmla="*/ 0 w 6196753"/>
              <a:gd name="csY8" fmla="*/ 538781 h 5712868"/>
              <a:gd name="csX0" fmla="*/ 0 w 5990073"/>
              <a:gd name="csY0" fmla="*/ 538781 h 5712868"/>
              <a:gd name="csX1" fmla="*/ 538781 w 5990073"/>
              <a:gd name="csY1" fmla="*/ 0 h 5712868"/>
              <a:gd name="csX2" fmla="*/ 3891802 w 5990073"/>
              <a:gd name="csY2" fmla="*/ 0 h 5712868"/>
              <a:gd name="csX3" fmla="*/ 4418057 w 5990073"/>
              <a:gd name="csY3" fmla="*/ 451099 h 5712868"/>
              <a:gd name="csX4" fmla="*/ 5990073 w 5990073"/>
              <a:gd name="csY4" fmla="*/ 5105194 h 5712868"/>
              <a:gd name="csX5" fmla="*/ 5657972 w 5990073"/>
              <a:gd name="csY5" fmla="*/ 5712868 h 5712868"/>
              <a:gd name="csX6" fmla="*/ 538781 w 5990073"/>
              <a:gd name="csY6" fmla="*/ 5712868 h 5712868"/>
              <a:gd name="csX7" fmla="*/ 0 w 5990073"/>
              <a:gd name="csY7" fmla="*/ 5174087 h 5712868"/>
              <a:gd name="csX8" fmla="*/ 0 w 5990073"/>
              <a:gd name="csY8" fmla="*/ 538781 h 5712868"/>
              <a:gd name="csX0" fmla="*/ 0 w 5990073"/>
              <a:gd name="csY0" fmla="*/ 538781 h 5712868"/>
              <a:gd name="csX1" fmla="*/ 538781 w 5990073"/>
              <a:gd name="csY1" fmla="*/ 0 h 5712868"/>
              <a:gd name="csX2" fmla="*/ 3891802 w 5990073"/>
              <a:gd name="csY2" fmla="*/ 0 h 5712868"/>
              <a:gd name="csX3" fmla="*/ 4418057 w 5990073"/>
              <a:gd name="csY3" fmla="*/ 451099 h 5712868"/>
              <a:gd name="csX4" fmla="*/ 5990073 w 5990073"/>
              <a:gd name="csY4" fmla="*/ 5105194 h 5712868"/>
              <a:gd name="csX5" fmla="*/ 5445029 w 5990073"/>
              <a:gd name="csY5" fmla="*/ 5712868 h 5712868"/>
              <a:gd name="csX6" fmla="*/ 538781 w 5990073"/>
              <a:gd name="csY6" fmla="*/ 5712868 h 5712868"/>
              <a:gd name="csX7" fmla="*/ 0 w 5990073"/>
              <a:gd name="csY7" fmla="*/ 5174087 h 5712868"/>
              <a:gd name="csX8" fmla="*/ 0 w 5990073"/>
              <a:gd name="csY8" fmla="*/ 538781 h 5712868"/>
              <a:gd name="csX0" fmla="*/ 0 w 5996336"/>
              <a:gd name="csY0" fmla="*/ 538781 h 5712868"/>
              <a:gd name="csX1" fmla="*/ 538781 w 5996336"/>
              <a:gd name="csY1" fmla="*/ 0 h 5712868"/>
              <a:gd name="csX2" fmla="*/ 3891802 w 5996336"/>
              <a:gd name="csY2" fmla="*/ 0 h 5712868"/>
              <a:gd name="csX3" fmla="*/ 4418057 w 5996336"/>
              <a:gd name="csY3" fmla="*/ 451099 h 5712868"/>
              <a:gd name="csX4" fmla="*/ 5996336 w 5996336"/>
              <a:gd name="csY4" fmla="*/ 5180350 h 5712868"/>
              <a:gd name="csX5" fmla="*/ 5445029 w 5996336"/>
              <a:gd name="csY5" fmla="*/ 5712868 h 5712868"/>
              <a:gd name="csX6" fmla="*/ 538781 w 5996336"/>
              <a:gd name="csY6" fmla="*/ 5712868 h 5712868"/>
              <a:gd name="csX7" fmla="*/ 0 w 5996336"/>
              <a:gd name="csY7" fmla="*/ 5174087 h 5712868"/>
              <a:gd name="csX8" fmla="*/ 0 w 5996336"/>
              <a:gd name="csY8" fmla="*/ 538781 h 5712868"/>
              <a:gd name="csX0" fmla="*/ 0 w 5997905"/>
              <a:gd name="csY0" fmla="*/ 538781 h 5712868"/>
              <a:gd name="csX1" fmla="*/ 538781 w 5997905"/>
              <a:gd name="csY1" fmla="*/ 0 h 5712868"/>
              <a:gd name="csX2" fmla="*/ 3891802 w 5997905"/>
              <a:gd name="csY2" fmla="*/ 0 h 5712868"/>
              <a:gd name="csX3" fmla="*/ 4418057 w 5997905"/>
              <a:gd name="csY3" fmla="*/ 451099 h 5712868"/>
              <a:gd name="csX4" fmla="*/ 5996336 w 5997905"/>
              <a:gd name="csY4" fmla="*/ 5180350 h 5712868"/>
              <a:gd name="csX5" fmla="*/ 5445029 w 5997905"/>
              <a:gd name="csY5" fmla="*/ 5712868 h 5712868"/>
              <a:gd name="csX6" fmla="*/ 538781 w 5997905"/>
              <a:gd name="csY6" fmla="*/ 5712868 h 5712868"/>
              <a:gd name="csX7" fmla="*/ 0 w 5997905"/>
              <a:gd name="csY7" fmla="*/ 5174087 h 5712868"/>
              <a:gd name="csX8" fmla="*/ 0 w 5997905"/>
              <a:gd name="csY8" fmla="*/ 538781 h 5712868"/>
              <a:gd name="csX0" fmla="*/ 0 w 5997905"/>
              <a:gd name="csY0" fmla="*/ 538781 h 5712868"/>
              <a:gd name="csX1" fmla="*/ 538781 w 5997905"/>
              <a:gd name="csY1" fmla="*/ 0 h 5712868"/>
              <a:gd name="csX2" fmla="*/ 3891802 w 5997905"/>
              <a:gd name="csY2" fmla="*/ 0 h 5712868"/>
              <a:gd name="csX3" fmla="*/ 4418057 w 5997905"/>
              <a:gd name="csY3" fmla="*/ 451099 h 5712868"/>
              <a:gd name="csX4" fmla="*/ 5996336 w 5997905"/>
              <a:gd name="csY4" fmla="*/ 5149035 h 5712868"/>
              <a:gd name="csX5" fmla="*/ 5445029 w 5997905"/>
              <a:gd name="csY5" fmla="*/ 5712868 h 5712868"/>
              <a:gd name="csX6" fmla="*/ 538781 w 5997905"/>
              <a:gd name="csY6" fmla="*/ 5712868 h 5712868"/>
              <a:gd name="csX7" fmla="*/ 0 w 5997905"/>
              <a:gd name="csY7" fmla="*/ 5174087 h 5712868"/>
              <a:gd name="csX8" fmla="*/ 0 w 5997905"/>
              <a:gd name="csY8" fmla="*/ 538781 h 5712868"/>
              <a:gd name="csX0" fmla="*/ 0 w 6010326"/>
              <a:gd name="csY0" fmla="*/ 538781 h 5712868"/>
              <a:gd name="csX1" fmla="*/ 538781 w 6010326"/>
              <a:gd name="csY1" fmla="*/ 0 h 5712868"/>
              <a:gd name="csX2" fmla="*/ 3891802 w 6010326"/>
              <a:gd name="csY2" fmla="*/ 0 h 5712868"/>
              <a:gd name="csX3" fmla="*/ 4418057 w 6010326"/>
              <a:gd name="csY3" fmla="*/ 451099 h 5712868"/>
              <a:gd name="csX4" fmla="*/ 5996336 w 6010326"/>
              <a:gd name="csY4" fmla="*/ 5149035 h 5712868"/>
              <a:gd name="csX5" fmla="*/ 5445029 w 6010326"/>
              <a:gd name="csY5" fmla="*/ 5712868 h 5712868"/>
              <a:gd name="csX6" fmla="*/ 538781 w 6010326"/>
              <a:gd name="csY6" fmla="*/ 5712868 h 5712868"/>
              <a:gd name="csX7" fmla="*/ 0 w 6010326"/>
              <a:gd name="csY7" fmla="*/ 5174087 h 5712868"/>
              <a:gd name="csX8" fmla="*/ 0 w 6010326"/>
              <a:gd name="csY8" fmla="*/ 538781 h 5712868"/>
              <a:gd name="csX0" fmla="*/ 0 w 5950092"/>
              <a:gd name="csY0" fmla="*/ 538781 h 5712868"/>
              <a:gd name="csX1" fmla="*/ 538781 w 5950092"/>
              <a:gd name="csY1" fmla="*/ 0 h 5712868"/>
              <a:gd name="csX2" fmla="*/ 3891802 w 5950092"/>
              <a:gd name="csY2" fmla="*/ 0 h 5712868"/>
              <a:gd name="csX3" fmla="*/ 4418057 w 5950092"/>
              <a:gd name="csY3" fmla="*/ 451099 h 5712868"/>
              <a:gd name="csX4" fmla="*/ 5933706 w 5950092"/>
              <a:gd name="csY4" fmla="*/ 4967408 h 5712868"/>
              <a:gd name="csX5" fmla="*/ 5445029 w 5950092"/>
              <a:gd name="csY5" fmla="*/ 5712868 h 5712868"/>
              <a:gd name="csX6" fmla="*/ 538781 w 5950092"/>
              <a:gd name="csY6" fmla="*/ 5712868 h 5712868"/>
              <a:gd name="csX7" fmla="*/ 0 w 5950092"/>
              <a:gd name="csY7" fmla="*/ 5174087 h 5712868"/>
              <a:gd name="csX8" fmla="*/ 0 w 5950092"/>
              <a:gd name="csY8" fmla="*/ 538781 h 5712868"/>
              <a:gd name="csX0" fmla="*/ 0 w 5974788"/>
              <a:gd name="csY0" fmla="*/ 538781 h 5712868"/>
              <a:gd name="csX1" fmla="*/ 538781 w 5974788"/>
              <a:gd name="csY1" fmla="*/ 0 h 5712868"/>
              <a:gd name="csX2" fmla="*/ 3891802 w 5974788"/>
              <a:gd name="csY2" fmla="*/ 0 h 5712868"/>
              <a:gd name="csX3" fmla="*/ 4418057 w 5974788"/>
              <a:gd name="csY3" fmla="*/ 451099 h 5712868"/>
              <a:gd name="csX4" fmla="*/ 5933706 w 5974788"/>
              <a:gd name="csY4" fmla="*/ 4967408 h 5712868"/>
              <a:gd name="csX5" fmla="*/ 5445029 w 5974788"/>
              <a:gd name="csY5" fmla="*/ 5712868 h 5712868"/>
              <a:gd name="csX6" fmla="*/ 538781 w 5974788"/>
              <a:gd name="csY6" fmla="*/ 5712868 h 5712868"/>
              <a:gd name="csX7" fmla="*/ 0 w 5974788"/>
              <a:gd name="csY7" fmla="*/ 5174087 h 5712868"/>
              <a:gd name="csX8" fmla="*/ 0 w 5974788"/>
              <a:gd name="csY8" fmla="*/ 538781 h 5712868"/>
              <a:gd name="csX0" fmla="*/ 0 w 5979298"/>
              <a:gd name="csY0" fmla="*/ 538781 h 5712868"/>
              <a:gd name="csX1" fmla="*/ 538781 w 5979298"/>
              <a:gd name="csY1" fmla="*/ 0 h 5712868"/>
              <a:gd name="csX2" fmla="*/ 3891802 w 5979298"/>
              <a:gd name="csY2" fmla="*/ 0 h 5712868"/>
              <a:gd name="csX3" fmla="*/ 4418057 w 5979298"/>
              <a:gd name="csY3" fmla="*/ 451099 h 5712868"/>
              <a:gd name="csX4" fmla="*/ 5933706 w 5979298"/>
              <a:gd name="csY4" fmla="*/ 4967408 h 5712868"/>
              <a:gd name="csX5" fmla="*/ 5445029 w 5979298"/>
              <a:gd name="csY5" fmla="*/ 5712868 h 5712868"/>
              <a:gd name="csX6" fmla="*/ 538781 w 5979298"/>
              <a:gd name="csY6" fmla="*/ 5712868 h 5712868"/>
              <a:gd name="csX7" fmla="*/ 0 w 5979298"/>
              <a:gd name="csY7" fmla="*/ 5174087 h 5712868"/>
              <a:gd name="csX8" fmla="*/ 0 w 5979298"/>
              <a:gd name="csY8" fmla="*/ 538781 h 5712868"/>
              <a:gd name="csX0" fmla="*/ 0 w 5979298"/>
              <a:gd name="csY0" fmla="*/ 545044 h 5719131"/>
              <a:gd name="csX1" fmla="*/ 538781 w 5979298"/>
              <a:gd name="csY1" fmla="*/ 6263 h 5719131"/>
              <a:gd name="csX2" fmla="*/ 3816645 w 5979298"/>
              <a:gd name="csY2" fmla="*/ 0 h 5719131"/>
              <a:gd name="csX3" fmla="*/ 4418057 w 5979298"/>
              <a:gd name="csY3" fmla="*/ 457362 h 5719131"/>
              <a:gd name="csX4" fmla="*/ 5933706 w 5979298"/>
              <a:gd name="csY4" fmla="*/ 4973671 h 5719131"/>
              <a:gd name="csX5" fmla="*/ 5445029 w 5979298"/>
              <a:gd name="csY5" fmla="*/ 5719131 h 5719131"/>
              <a:gd name="csX6" fmla="*/ 538781 w 5979298"/>
              <a:gd name="csY6" fmla="*/ 5719131 h 5719131"/>
              <a:gd name="csX7" fmla="*/ 0 w 5979298"/>
              <a:gd name="csY7" fmla="*/ 5180350 h 5719131"/>
              <a:gd name="csX8" fmla="*/ 0 w 5979298"/>
              <a:gd name="csY8" fmla="*/ 545044 h 5719131"/>
              <a:gd name="csX0" fmla="*/ 0 w 5979298"/>
              <a:gd name="csY0" fmla="*/ 545044 h 5719131"/>
              <a:gd name="csX1" fmla="*/ 538781 w 5979298"/>
              <a:gd name="csY1" fmla="*/ 6263 h 5719131"/>
              <a:gd name="csX2" fmla="*/ 3816645 w 5979298"/>
              <a:gd name="csY2" fmla="*/ 0 h 5719131"/>
              <a:gd name="csX3" fmla="*/ 4367953 w 5979298"/>
              <a:gd name="csY3" fmla="*/ 476151 h 5719131"/>
              <a:gd name="csX4" fmla="*/ 5933706 w 5979298"/>
              <a:gd name="csY4" fmla="*/ 4973671 h 5719131"/>
              <a:gd name="csX5" fmla="*/ 5445029 w 5979298"/>
              <a:gd name="csY5" fmla="*/ 5719131 h 5719131"/>
              <a:gd name="csX6" fmla="*/ 538781 w 5979298"/>
              <a:gd name="csY6" fmla="*/ 5719131 h 5719131"/>
              <a:gd name="csX7" fmla="*/ 0 w 5979298"/>
              <a:gd name="csY7" fmla="*/ 5180350 h 5719131"/>
              <a:gd name="csX8" fmla="*/ 0 w 5979298"/>
              <a:gd name="csY8" fmla="*/ 545044 h 5719131"/>
              <a:gd name="csX0" fmla="*/ 0 w 5979298"/>
              <a:gd name="csY0" fmla="*/ 545044 h 5719131"/>
              <a:gd name="csX1" fmla="*/ 538781 w 5979298"/>
              <a:gd name="csY1" fmla="*/ 6263 h 5719131"/>
              <a:gd name="csX2" fmla="*/ 3816645 w 5979298"/>
              <a:gd name="csY2" fmla="*/ 0 h 5719131"/>
              <a:gd name="csX3" fmla="*/ 4367953 w 5979298"/>
              <a:gd name="csY3" fmla="*/ 476151 h 5719131"/>
              <a:gd name="csX4" fmla="*/ 5933706 w 5979298"/>
              <a:gd name="csY4" fmla="*/ 4973671 h 5719131"/>
              <a:gd name="csX5" fmla="*/ 5445029 w 5979298"/>
              <a:gd name="csY5" fmla="*/ 5719131 h 5719131"/>
              <a:gd name="csX6" fmla="*/ 538781 w 5979298"/>
              <a:gd name="csY6" fmla="*/ 5719131 h 5719131"/>
              <a:gd name="csX7" fmla="*/ 0 w 5979298"/>
              <a:gd name="csY7" fmla="*/ 5180350 h 5719131"/>
              <a:gd name="csX8" fmla="*/ 0 w 5979298"/>
              <a:gd name="csY8" fmla="*/ 545044 h 5719131"/>
              <a:gd name="csX0" fmla="*/ 0 w 5979298"/>
              <a:gd name="csY0" fmla="*/ 538781 h 5712868"/>
              <a:gd name="csX1" fmla="*/ 538781 w 5979298"/>
              <a:gd name="csY1" fmla="*/ 0 h 5712868"/>
              <a:gd name="csX2" fmla="*/ 3772804 w 5979298"/>
              <a:gd name="csY2" fmla="*/ 0 h 5712868"/>
              <a:gd name="csX3" fmla="*/ 4367953 w 5979298"/>
              <a:gd name="csY3" fmla="*/ 469888 h 5712868"/>
              <a:gd name="csX4" fmla="*/ 5933706 w 5979298"/>
              <a:gd name="csY4" fmla="*/ 4967408 h 5712868"/>
              <a:gd name="csX5" fmla="*/ 5445029 w 5979298"/>
              <a:gd name="csY5" fmla="*/ 5712868 h 5712868"/>
              <a:gd name="csX6" fmla="*/ 538781 w 5979298"/>
              <a:gd name="csY6" fmla="*/ 5712868 h 5712868"/>
              <a:gd name="csX7" fmla="*/ 0 w 5979298"/>
              <a:gd name="csY7" fmla="*/ 5174087 h 5712868"/>
              <a:gd name="csX8" fmla="*/ 0 w 5979298"/>
              <a:gd name="csY8" fmla="*/ 538781 h 57128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979298" h="5712868">
                <a:moveTo>
                  <a:pt x="0" y="538781"/>
                </a:moveTo>
                <a:cubicBezTo>
                  <a:pt x="0" y="241220"/>
                  <a:pt x="241220" y="0"/>
                  <a:pt x="538781" y="0"/>
                </a:cubicBezTo>
                <a:lnTo>
                  <a:pt x="3772804" y="0"/>
                </a:lnTo>
                <a:cubicBezTo>
                  <a:pt x="4070365" y="0"/>
                  <a:pt x="4261481" y="184853"/>
                  <a:pt x="4367953" y="469888"/>
                </a:cubicBezTo>
                <a:lnTo>
                  <a:pt x="5933706" y="4967408"/>
                </a:lnTo>
                <a:cubicBezTo>
                  <a:pt x="6109072" y="5509226"/>
                  <a:pt x="5742590" y="5712868"/>
                  <a:pt x="5445029" y="5712868"/>
                </a:cubicBezTo>
                <a:lnTo>
                  <a:pt x="538781" y="5712868"/>
                </a:lnTo>
                <a:cubicBezTo>
                  <a:pt x="241220" y="5712868"/>
                  <a:pt x="0" y="5471648"/>
                  <a:pt x="0" y="5174087"/>
                </a:cubicBezTo>
                <a:lnTo>
                  <a:pt x="0" y="538781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526A4B-117D-76C2-8104-3BE71F7BD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886" y="457200"/>
            <a:ext cx="4555896" cy="1600200"/>
          </a:xfrm>
        </p:spPr>
        <p:txBody>
          <a:bodyPr lIns="0"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B64E4A-2B3C-04B5-507D-A68BA1363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49886" y="2155371"/>
            <a:ext cx="4555896" cy="3944804"/>
          </a:xfrm>
        </p:spPr>
        <p:txBody>
          <a:bodyPr lIns="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C1F35-4023-3925-6458-81F51CD04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8EE3F9-A947-5A4C-873E-0A1944126D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F996B29-37FA-3C4F-9C23-F64DC00727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911" y="6452285"/>
            <a:ext cx="769742" cy="163995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D5FEDCF-B354-648E-FF58-866F612F7293}"/>
              </a:ext>
            </a:extLst>
          </p:cNvPr>
          <p:cNvSpPr txBox="1">
            <a:spLocks/>
          </p:cNvSpPr>
          <p:nvPr userDrawn="1"/>
        </p:nvSpPr>
        <p:spPr>
          <a:xfrm>
            <a:off x="4788819" y="6389803"/>
            <a:ext cx="2630071" cy="29383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1"/>
                </a:solidFill>
                <a:latin typeface="+mn-lt"/>
              </a:rPr>
              <a:t>© Copyright </a:t>
            </a:r>
            <a:r>
              <a:rPr lang="en-US" sz="800" err="1">
                <a:solidFill>
                  <a:schemeClr val="bg1"/>
                </a:solidFill>
                <a:latin typeface="+mn-lt"/>
              </a:rPr>
              <a:t>Attalon</a:t>
            </a:r>
            <a:r>
              <a:rPr lang="en-US" sz="800">
                <a:solidFill>
                  <a:schemeClr val="bg1"/>
                </a:solidFill>
                <a:latin typeface="+mn-lt"/>
              </a:rPr>
              <a:t>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033820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lumn and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290CC96-2A6E-56C3-6D4F-7FE9D8DE7D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910" y="6452285"/>
            <a:ext cx="769742" cy="163995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C65317-DC1C-F71A-5173-BAC4FFFA64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26484" y="442544"/>
            <a:ext cx="5979298" cy="5712868"/>
          </a:xfrm>
          <a:custGeom>
            <a:avLst/>
            <a:gdLst>
              <a:gd name="csX0" fmla="*/ 0 w 6196753"/>
              <a:gd name="csY0" fmla="*/ 538781 h 5712868"/>
              <a:gd name="csX1" fmla="*/ 538781 w 6196753"/>
              <a:gd name="csY1" fmla="*/ 0 h 5712868"/>
              <a:gd name="csX2" fmla="*/ 5657972 w 6196753"/>
              <a:gd name="csY2" fmla="*/ 0 h 5712868"/>
              <a:gd name="csX3" fmla="*/ 6196753 w 6196753"/>
              <a:gd name="csY3" fmla="*/ 538781 h 5712868"/>
              <a:gd name="csX4" fmla="*/ 6196753 w 6196753"/>
              <a:gd name="csY4" fmla="*/ 5174087 h 5712868"/>
              <a:gd name="csX5" fmla="*/ 5657972 w 6196753"/>
              <a:gd name="csY5" fmla="*/ 5712868 h 5712868"/>
              <a:gd name="csX6" fmla="*/ 538781 w 6196753"/>
              <a:gd name="csY6" fmla="*/ 5712868 h 5712868"/>
              <a:gd name="csX7" fmla="*/ 0 w 6196753"/>
              <a:gd name="csY7" fmla="*/ 5174087 h 5712868"/>
              <a:gd name="csX8" fmla="*/ 0 w 6196753"/>
              <a:gd name="csY8" fmla="*/ 538781 h 5712868"/>
              <a:gd name="csX0" fmla="*/ 0 w 6196753"/>
              <a:gd name="csY0" fmla="*/ 538781 h 5712868"/>
              <a:gd name="csX1" fmla="*/ 538781 w 6196753"/>
              <a:gd name="csY1" fmla="*/ 0 h 5712868"/>
              <a:gd name="csX2" fmla="*/ 3891802 w 6196753"/>
              <a:gd name="csY2" fmla="*/ 0 h 5712868"/>
              <a:gd name="csX3" fmla="*/ 6196753 w 6196753"/>
              <a:gd name="csY3" fmla="*/ 538781 h 5712868"/>
              <a:gd name="csX4" fmla="*/ 6196753 w 6196753"/>
              <a:gd name="csY4" fmla="*/ 5174087 h 5712868"/>
              <a:gd name="csX5" fmla="*/ 5657972 w 6196753"/>
              <a:gd name="csY5" fmla="*/ 5712868 h 5712868"/>
              <a:gd name="csX6" fmla="*/ 538781 w 6196753"/>
              <a:gd name="csY6" fmla="*/ 5712868 h 5712868"/>
              <a:gd name="csX7" fmla="*/ 0 w 6196753"/>
              <a:gd name="csY7" fmla="*/ 5174087 h 5712868"/>
              <a:gd name="csX8" fmla="*/ 0 w 6196753"/>
              <a:gd name="csY8" fmla="*/ 538781 h 5712868"/>
              <a:gd name="csX0" fmla="*/ 0 w 6196753"/>
              <a:gd name="csY0" fmla="*/ 538781 h 5712868"/>
              <a:gd name="csX1" fmla="*/ 538781 w 6196753"/>
              <a:gd name="csY1" fmla="*/ 0 h 5712868"/>
              <a:gd name="csX2" fmla="*/ 3891802 w 6196753"/>
              <a:gd name="csY2" fmla="*/ 0 h 5712868"/>
              <a:gd name="csX3" fmla="*/ 4418057 w 6196753"/>
              <a:gd name="csY3" fmla="*/ 451099 h 5712868"/>
              <a:gd name="csX4" fmla="*/ 6196753 w 6196753"/>
              <a:gd name="csY4" fmla="*/ 5174087 h 5712868"/>
              <a:gd name="csX5" fmla="*/ 5657972 w 6196753"/>
              <a:gd name="csY5" fmla="*/ 5712868 h 5712868"/>
              <a:gd name="csX6" fmla="*/ 538781 w 6196753"/>
              <a:gd name="csY6" fmla="*/ 5712868 h 5712868"/>
              <a:gd name="csX7" fmla="*/ 0 w 6196753"/>
              <a:gd name="csY7" fmla="*/ 5174087 h 5712868"/>
              <a:gd name="csX8" fmla="*/ 0 w 6196753"/>
              <a:gd name="csY8" fmla="*/ 538781 h 5712868"/>
              <a:gd name="csX0" fmla="*/ 0 w 6196753"/>
              <a:gd name="csY0" fmla="*/ 538781 h 5712868"/>
              <a:gd name="csX1" fmla="*/ 538781 w 6196753"/>
              <a:gd name="csY1" fmla="*/ 0 h 5712868"/>
              <a:gd name="csX2" fmla="*/ 3891802 w 6196753"/>
              <a:gd name="csY2" fmla="*/ 0 h 5712868"/>
              <a:gd name="csX3" fmla="*/ 4418057 w 6196753"/>
              <a:gd name="csY3" fmla="*/ 451099 h 5712868"/>
              <a:gd name="csX4" fmla="*/ 6196753 w 6196753"/>
              <a:gd name="csY4" fmla="*/ 5174087 h 5712868"/>
              <a:gd name="csX5" fmla="*/ 5657972 w 6196753"/>
              <a:gd name="csY5" fmla="*/ 5712868 h 5712868"/>
              <a:gd name="csX6" fmla="*/ 538781 w 6196753"/>
              <a:gd name="csY6" fmla="*/ 5712868 h 5712868"/>
              <a:gd name="csX7" fmla="*/ 0 w 6196753"/>
              <a:gd name="csY7" fmla="*/ 5174087 h 5712868"/>
              <a:gd name="csX8" fmla="*/ 0 w 6196753"/>
              <a:gd name="csY8" fmla="*/ 538781 h 5712868"/>
              <a:gd name="csX0" fmla="*/ 0 w 5990073"/>
              <a:gd name="csY0" fmla="*/ 538781 h 5712868"/>
              <a:gd name="csX1" fmla="*/ 538781 w 5990073"/>
              <a:gd name="csY1" fmla="*/ 0 h 5712868"/>
              <a:gd name="csX2" fmla="*/ 3891802 w 5990073"/>
              <a:gd name="csY2" fmla="*/ 0 h 5712868"/>
              <a:gd name="csX3" fmla="*/ 4418057 w 5990073"/>
              <a:gd name="csY3" fmla="*/ 451099 h 5712868"/>
              <a:gd name="csX4" fmla="*/ 5990073 w 5990073"/>
              <a:gd name="csY4" fmla="*/ 5105194 h 5712868"/>
              <a:gd name="csX5" fmla="*/ 5657972 w 5990073"/>
              <a:gd name="csY5" fmla="*/ 5712868 h 5712868"/>
              <a:gd name="csX6" fmla="*/ 538781 w 5990073"/>
              <a:gd name="csY6" fmla="*/ 5712868 h 5712868"/>
              <a:gd name="csX7" fmla="*/ 0 w 5990073"/>
              <a:gd name="csY7" fmla="*/ 5174087 h 5712868"/>
              <a:gd name="csX8" fmla="*/ 0 w 5990073"/>
              <a:gd name="csY8" fmla="*/ 538781 h 5712868"/>
              <a:gd name="csX0" fmla="*/ 0 w 5990073"/>
              <a:gd name="csY0" fmla="*/ 538781 h 5712868"/>
              <a:gd name="csX1" fmla="*/ 538781 w 5990073"/>
              <a:gd name="csY1" fmla="*/ 0 h 5712868"/>
              <a:gd name="csX2" fmla="*/ 3891802 w 5990073"/>
              <a:gd name="csY2" fmla="*/ 0 h 5712868"/>
              <a:gd name="csX3" fmla="*/ 4418057 w 5990073"/>
              <a:gd name="csY3" fmla="*/ 451099 h 5712868"/>
              <a:gd name="csX4" fmla="*/ 5990073 w 5990073"/>
              <a:gd name="csY4" fmla="*/ 5105194 h 5712868"/>
              <a:gd name="csX5" fmla="*/ 5445029 w 5990073"/>
              <a:gd name="csY5" fmla="*/ 5712868 h 5712868"/>
              <a:gd name="csX6" fmla="*/ 538781 w 5990073"/>
              <a:gd name="csY6" fmla="*/ 5712868 h 5712868"/>
              <a:gd name="csX7" fmla="*/ 0 w 5990073"/>
              <a:gd name="csY7" fmla="*/ 5174087 h 5712868"/>
              <a:gd name="csX8" fmla="*/ 0 w 5990073"/>
              <a:gd name="csY8" fmla="*/ 538781 h 5712868"/>
              <a:gd name="csX0" fmla="*/ 0 w 5996336"/>
              <a:gd name="csY0" fmla="*/ 538781 h 5712868"/>
              <a:gd name="csX1" fmla="*/ 538781 w 5996336"/>
              <a:gd name="csY1" fmla="*/ 0 h 5712868"/>
              <a:gd name="csX2" fmla="*/ 3891802 w 5996336"/>
              <a:gd name="csY2" fmla="*/ 0 h 5712868"/>
              <a:gd name="csX3" fmla="*/ 4418057 w 5996336"/>
              <a:gd name="csY3" fmla="*/ 451099 h 5712868"/>
              <a:gd name="csX4" fmla="*/ 5996336 w 5996336"/>
              <a:gd name="csY4" fmla="*/ 5180350 h 5712868"/>
              <a:gd name="csX5" fmla="*/ 5445029 w 5996336"/>
              <a:gd name="csY5" fmla="*/ 5712868 h 5712868"/>
              <a:gd name="csX6" fmla="*/ 538781 w 5996336"/>
              <a:gd name="csY6" fmla="*/ 5712868 h 5712868"/>
              <a:gd name="csX7" fmla="*/ 0 w 5996336"/>
              <a:gd name="csY7" fmla="*/ 5174087 h 5712868"/>
              <a:gd name="csX8" fmla="*/ 0 w 5996336"/>
              <a:gd name="csY8" fmla="*/ 538781 h 5712868"/>
              <a:gd name="csX0" fmla="*/ 0 w 5997905"/>
              <a:gd name="csY0" fmla="*/ 538781 h 5712868"/>
              <a:gd name="csX1" fmla="*/ 538781 w 5997905"/>
              <a:gd name="csY1" fmla="*/ 0 h 5712868"/>
              <a:gd name="csX2" fmla="*/ 3891802 w 5997905"/>
              <a:gd name="csY2" fmla="*/ 0 h 5712868"/>
              <a:gd name="csX3" fmla="*/ 4418057 w 5997905"/>
              <a:gd name="csY3" fmla="*/ 451099 h 5712868"/>
              <a:gd name="csX4" fmla="*/ 5996336 w 5997905"/>
              <a:gd name="csY4" fmla="*/ 5180350 h 5712868"/>
              <a:gd name="csX5" fmla="*/ 5445029 w 5997905"/>
              <a:gd name="csY5" fmla="*/ 5712868 h 5712868"/>
              <a:gd name="csX6" fmla="*/ 538781 w 5997905"/>
              <a:gd name="csY6" fmla="*/ 5712868 h 5712868"/>
              <a:gd name="csX7" fmla="*/ 0 w 5997905"/>
              <a:gd name="csY7" fmla="*/ 5174087 h 5712868"/>
              <a:gd name="csX8" fmla="*/ 0 w 5997905"/>
              <a:gd name="csY8" fmla="*/ 538781 h 5712868"/>
              <a:gd name="csX0" fmla="*/ 0 w 5997905"/>
              <a:gd name="csY0" fmla="*/ 538781 h 5712868"/>
              <a:gd name="csX1" fmla="*/ 538781 w 5997905"/>
              <a:gd name="csY1" fmla="*/ 0 h 5712868"/>
              <a:gd name="csX2" fmla="*/ 3891802 w 5997905"/>
              <a:gd name="csY2" fmla="*/ 0 h 5712868"/>
              <a:gd name="csX3" fmla="*/ 4418057 w 5997905"/>
              <a:gd name="csY3" fmla="*/ 451099 h 5712868"/>
              <a:gd name="csX4" fmla="*/ 5996336 w 5997905"/>
              <a:gd name="csY4" fmla="*/ 5149035 h 5712868"/>
              <a:gd name="csX5" fmla="*/ 5445029 w 5997905"/>
              <a:gd name="csY5" fmla="*/ 5712868 h 5712868"/>
              <a:gd name="csX6" fmla="*/ 538781 w 5997905"/>
              <a:gd name="csY6" fmla="*/ 5712868 h 5712868"/>
              <a:gd name="csX7" fmla="*/ 0 w 5997905"/>
              <a:gd name="csY7" fmla="*/ 5174087 h 5712868"/>
              <a:gd name="csX8" fmla="*/ 0 w 5997905"/>
              <a:gd name="csY8" fmla="*/ 538781 h 5712868"/>
              <a:gd name="csX0" fmla="*/ 0 w 6010326"/>
              <a:gd name="csY0" fmla="*/ 538781 h 5712868"/>
              <a:gd name="csX1" fmla="*/ 538781 w 6010326"/>
              <a:gd name="csY1" fmla="*/ 0 h 5712868"/>
              <a:gd name="csX2" fmla="*/ 3891802 w 6010326"/>
              <a:gd name="csY2" fmla="*/ 0 h 5712868"/>
              <a:gd name="csX3" fmla="*/ 4418057 w 6010326"/>
              <a:gd name="csY3" fmla="*/ 451099 h 5712868"/>
              <a:gd name="csX4" fmla="*/ 5996336 w 6010326"/>
              <a:gd name="csY4" fmla="*/ 5149035 h 5712868"/>
              <a:gd name="csX5" fmla="*/ 5445029 w 6010326"/>
              <a:gd name="csY5" fmla="*/ 5712868 h 5712868"/>
              <a:gd name="csX6" fmla="*/ 538781 w 6010326"/>
              <a:gd name="csY6" fmla="*/ 5712868 h 5712868"/>
              <a:gd name="csX7" fmla="*/ 0 w 6010326"/>
              <a:gd name="csY7" fmla="*/ 5174087 h 5712868"/>
              <a:gd name="csX8" fmla="*/ 0 w 6010326"/>
              <a:gd name="csY8" fmla="*/ 538781 h 5712868"/>
              <a:gd name="csX0" fmla="*/ 0 w 5950092"/>
              <a:gd name="csY0" fmla="*/ 538781 h 5712868"/>
              <a:gd name="csX1" fmla="*/ 538781 w 5950092"/>
              <a:gd name="csY1" fmla="*/ 0 h 5712868"/>
              <a:gd name="csX2" fmla="*/ 3891802 w 5950092"/>
              <a:gd name="csY2" fmla="*/ 0 h 5712868"/>
              <a:gd name="csX3" fmla="*/ 4418057 w 5950092"/>
              <a:gd name="csY3" fmla="*/ 451099 h 5712868"/>
              <a:gd name="csX4" fmla="*/ 5933706 w 5950092"/>
              <a:gd name="csY4" fmla="*/ 4967408 h 5712868"/>
              <a:gd name="csX5" fmla="*/ 5445029 w 5950092"/>
              <a:gd name="csY5" fmla="*/ 5712868 h 5712868"/>
              <a:gd name="csX6" fmla="*/ 538781 w 5950092"/>
              <a:gd name="csY6" fmla="*/ 5712868 h 5712868"/>
              <a:gd name="csX7" fmla="*/ 0 w 5950092"/>
              <a:gd name="csY7" fmla="*/ 5174087 h 5712868"/>
              <a:gd name="csX8" fmla="*/ 0 w 5950092"/>
              <a:gd name="csY8" fmla="*/ 538781 h 5712868"/>
              <a:gd name="csX0" fmla="*/ 0 w 5974788"/>
              <a:gd name="csY0" fmla="*/ 538781 h 5712868"/>
              <a:gd name="csX1" fmla="*/ 538781 w 5974788"/>
              <a:gd name="csY1" fmla="*/ 0 h 5712868"/>
              <a:gd name="csX2" fmla="*/ 3891802 w 5974788"/>
              <a:gd name="csY2" fmla="*/ 0 h 5712868"/>
              <a:gd name="csX3" fmla="*/ 4418057 w 5974788"/>
              <a:gd name="csY3" fmla="*/ 451099 h 5712868"/>
              <a:gd name="csX4" fmla="*/ 5933706 w 5974788"/>
              <a:gd name="csY4" fmla="*/ 4967408 h 5712868"/>
              <a:gd name="csX5" fmla="*/ 5445029 w 5974788"/>
              <a:gd name="csY5" fmla="*/ 5712868 h 5712868"/>
              <a:gd name="csX6" fmla="*/ 538781 w 5974788"/>
              <a:gd name="csY6" fmla="*/ 5712868 h 5712868"/>
              <a:gd name="csX7" fmla="*/ 0 w 5974788"/>
              <a:gd name="csY7" fmla="*/ 5174087 h 5712868"/>
              <a:gd name="csX8" fmla="*/ 0 w 5974788"/>
              <a:gd name="csY8" fmla="*/ 538781 h 5712868"/>
              <a:gd name="csX0" fmla="*/ 0 w 5979298"/>
              <a:gd name="csY0" fmla="*/ 538781 h 5712868"/>
              <a:gd name="csX1" fmla="*/ 538781 w 5979298"/>
              <a:gd name="csY1" fmla="*/ 0 h 5712868"/>
              <a:gd name="csX2" fmla="*/ 3891802 w 5979298"/>
              <a:gd name="csY2" fmla="*/ 0 h 5712868"/>
              <a:gd name="csX3" fmla="*/ 4418057 w 5979298"/>
              <a:gd name="csY3" fmla="*/ 451099 h 5712868"/>
              <a:gd name="csX4" fmla="*/ 5933706 w 5979298"/>
              <a:gd name="csY4" fmla="*/ 4967408 h 5712868"/>
              <a:gd name="csX5" fmla="*/ 5445029 w 5979298"/>
              <a:gd name="csY5" fmla="*/ 5712868 h 5712868"/>
              <a:gd name="csX6" fmla="*/ 538781 w 5979298"/>
              <a:gd name="csY6" fmla="*/ 5712868 h 5712868"/>
              <a:gd name="csX7" fmla="*/ 0 w 5979298"/>
              <a:gd name="csY7" fmla="*/ 5174087 h 5712868"/>
              <a:gd name="csX8" fmla="*/ 0 w 5979298"/>
              <a:gd name="csY8" fmla="*/ 538781 h 5712868"/>
              <a:gd name="csX0" fmla="*/ 0 w 5979298"/>
              <a:gd name="csY0" fmla="*/ 545044 h 5719131"/>
              <a:gd name="csX1" fmla="*/ 538781 w 5979298"/>
              <a:gd name="csY1" fmla="*/ 6263 h 5719131"/>
              <a:gd name="csX2" fmla="*/ 3816645 w 5979298"/>
              <a:gd name="csY2" fmla="*/ 0 h 5719131"/>
              <a:gd name="csX3" fmla="*/ 4418057 w 5979298"/>
              <a:gd name="csY3" fmla="*/ 457362 h 5719131"/>
              <a:gd name="csX4" fmla="*/ 5933706 w 5979298"/>
              <a:gd name="csY4" fmla="*/ 4973671 h 5719131"/>
              <a:gd name="csX5" fmla="*/ 5445029 w 5979298"/>
              <a:gd name="csY5" fmla="*/ 5719131 h 5719131"/>
              <a:gd name="csX6" fmla="*/ 538781 w 5979298"/>
              <a:gd name="csY6" fmla="*/ 5719131 h 5719131"/>
              <a:gd name="csX7" fmla="*/ 0 w 5979298"/>
              <a:gd name="csY7" fmla="*/ 5180350 h 5719131"/>
              <a:gd name="csX8" fmla="*/ 0 w 5979298"/>
              <a:gd name="csY8" fmla="*/ 545044 h 5719131"/>
              <a:gd name="csX0" fmla="*/ 0 w 5979298"/>
              <a:gd name="csY0" fmla="*/ 545044 h 5719131"/>
              <a:gd name="csX1" fmla="*/ 538781 w 5979298"/>
              <a:gd name="csY1" fmla="*/ 6263 h 5719131"/>
              <a:gd name="csX2" fmla="*/ 3816645 w 5979298"/>
              <a:gd name="csY2" fmla="*/ 0 h 5719131"/>
              <a:gd name="csX3" fmla="*/ 4367953 w 5979298"/>
              <a:gd name="csY3" fmla="*/ 476151 h 5719131"/>
              <a:gd name="csX4" fmla="*/ 5933706 w 5979298"/>
              <a:gd name="csY4" fmla="*/ 4973671 h 5719131"/>
              <a:gd name="csX5" fmla="*/ 5445029 w 5979298"/>
              <a:gd name="csY5" fmla="*/ 5719131 h 5719131"/>
              <a:gd name="csX6" fmla="*/ 538781 w 5979298"/>
              <a:gd name="csY6" fmla="*/ 5719131 h 5719131"/>
              <a:gd name="csX7" fmla="*/ 0 w 5979298"/>
              <a:gd name="csY7" fmla="*/ 5180350 h 5719131"/>
              <a:gd name="csX8" fmla="*/ 0 w 5979298"/>
              <a:gd name="csY8" fmla="*/ 545044 h 5719131"/>
              <a:gd name="csX0" fmla="*/ 0 w 5979298"/>
              <a:gd name="csY0" fmla="*/ 545044 h 5719131"/>
              <a:gd name="csX1" fmla="*/ 538781 w 5979298"/>
              <a:gd name="csY1" fmla="*/ 6263 h 5719131"/>
              <a:gd name="csX2" fmla="*/ 3816645 w 5979298"/>
              <a:gd name="csY2" fmla="*/ 0 h 5719131"/>
              <a:gd name="csX3" fmla="*/ 4367953 w 5979298"/>
              <a:gd name="csY3" fmla="*/ 476151 h 5719131"/>
              <a:gd name="csX4" fmla="*/ 5933706 w 5979298"/>
              <a:gd name="csY4" fmla="*/ 4973671 h 5719131"/>
              <a:gd name="csX5" fmla="*/ 5445029 w 5979298"/>
              <a:gd name="csY5" fmla="*/ 5719131 h 5719131"/>
              <a:gd name="csX6" fmla="*/ 538781 w 5979298"/>
              <a:gd name="csY6" fmla="*/ 5719131 h 5719131"/>
              <a:gd name="csX7" fmla="*/ 0 w 5979298"/>
              <a:gd name="csY7" fmla="*/ 5180350 h 5719131"/>
              <a:gd name="csX8" fmla="*/ 0 w 5979298"/>
              <a:gd name="csY8" fmla="*/ 545044 h 5719131"/>
              <a:gd name="csX0" fmla="*/ 0 w 5979298"/>
              <a:gd name="csY0" fmla="*/ 538781 h 5712868"/>
              <a:gd name="csX1" fmla="*/ 538781 w 5979298"/>
              <a:gd name="csY1" fmla="*/ 0 h 5712868"/>
              <a:gd name="csX2" fmla="*/ 3772804 w 5979298"/>
              <a:gd name="csY2" fmla="*/ 0 h 5712868"/>
              <a:gd name="csX3" fmla="*/ 4367953 w 5979298"/>
              <a:gd name="csY3" fmla="*/ 469888 h 5712868"/>
              <a:gd name="csX4" fmla="*/ 5933706 w 5979298"/>
              <a:gd name="csY4" fmla="*/ 4967408 h 5712868"/>
              <a:gd name="csX5" fmla="*/ 5445029 w 5979298"/>
              <a:gd name="csY5" fmla="*/ 5712868 h 5712868"/>
              <a:gd name="csX6" fmla="*/ 538781 w 5979298"/>
              <a:gd name="csY6" fmla="*/ 5712868 h 5712868"/>
              <a:gd name="csX7" fmla="*/ 0 w 5979298"/>
              <a:gd name="csY7" fmla="*/ 5174087 h 5712868"/>
              <a:gd name="csX8" fmla="*/ 0 w 5979298"/>
              <a:gd name="csY8" fmla="*/ 538781 h 57128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979298" h="5712868">
                <a:moveTo>
                  <a:pt x="0" y="538781"/>
                </a:moveTo>
                <a:cubicBezTo>
                  <a:pt x="0" y="241220"/>
                  <a:pt x="241220" y="0"/>
                  <a:pt x="538781" y="0"/>
                </a:cubicBezTo>
                <a:lnTo>
                  <a:pt x="3772804" y="0"/>
                </a:lnTo>
                <a:cubicBezTo>
                  <a:pt x="4070365" y="0"/>
                  <a:pt x="4261481" y="184853"/>
                  <a:pt x="4367953" y="469888"/>
                </a:cubicBezTo>
                <a:lnTo>
                  <a:pt x="5933706" y="4967408"/>
                </a:lnTo>
                <a:cubicBezTo>
                  <a:pt x="6109072" y="5509226"/>
                  <a:pt x="5742590" y="5712868"/>
                  <a:pt x="5445029" y="5712868"/>
                </a:cubicBezTo>
                <a:lnTo>
                  <a:pt x="538781" y="5712868"/>
                </a:lnTo>
                <a:cubicBezTo>
                  <a:pt x="241220" y="5712868"/>
                  <a:pt x="0" y="5471648"/>
                  <a:pt x="0" y="5174087"/>
                </a:cubicBezTo>
                <a:lnTo>
                  <a:pt x="0" y="538781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526A4B-117D-76C2-8104-3BE71F7BD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06" y="457200"/>
            <a:ext cx="4555896" cy="1600200"/>
          </a:xfrm>
        </p:spPr>
        <p:txBody>
          <a:bodyPr lIns="0"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B64E4A-2B3C-04B5-507D-A68BA1363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3806" y="2155371"/>
            <a:ext cx="4555896" cy="3944804"/>
          </a:xfrm>
        </p:spPr>
        <p:txBody>
          <a:bodyPr lIns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C1F35-4023-3925-6458-81F51CD04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E3F9-A947-5A4C-873E-0A1944126D5A}" type="slidenum">
              <a:rPr lang="en-US" smtClean="0"/>
              <a:t>‹#›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1730205-953B-D576-E3E3-FDA43D520B12}"/>
              </a:ext>
            </a:extLst>
          </p:cNvPr>
          <p:cNvGrpSpPr/>
          <p:nvPr userDrawn="1"/>
        </p:nvGrpSpPr>
        <p:grpSpPr>
          <a:xfrm>
            <a:off x="0" y="0"/>
            <a:ext cx="5663177" cy="6858000"/>
            <a:chOff x="0" y="9427"/>
            <a:chExt cx="5663177" cy="6858000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C76F0A2-CF86-2248-5799-1DEB364EDA6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5478385" y="9427"/>
              <a:ext cx="0" cy="6858000"/>
            </a:xfrm>
            <a:prstGeom prst="line">
              <a:avLst/>
            </a:prstGeom>
            <a:ln w="12700">
              <a:solidFill>
                <a:srgbClr val="54B94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EB98F07-6C28-6113-DD45-10D6DADD6FB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109602"/>
              <a:ext cx="5478385" cy="0"/>
            </a:xfrm>
            <a:prstGeom prst="line">
              <a:avLst/>
            </a:prstGeom>
            <a:ln w="12700">
              <a:solidFill>
                <a:srgbClr val="54B94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A93333E-B50C-1292-C2A9-46F9AECB6F11}"/>
                </a:ext>
              </a:extLst>
            </p:cNvPr>
            <p:cNvSpPr/>
            <p:nvPr userDrawn="1"/>
          </p:nvSpPr>
          <p:spPr>
            <a:xfrm>
              <a:off x="5293593" y="5924810"/>
              <a:ext cx="369584" cy="369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D194ED5-6312-FEF2-F631-28F994DD2A6D}"/>
              </a:ext>
            </a:extLst>
          </p:cNvPr>
          <p:cNvSpPr txBox="1">
            <a:spLocks/>
          </p:cNvSpPr>
          <p:nvPr userDrawn="1"/>
        </p:nvSpPr>
        <p:spPr>
          <a:xfrm>
            <a:off x="5490779" y="6389803"/>
            <a:ext cx="2630071" cy="29383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latin typeface="+mn-lt"/>
              </a:rPr>
              <a:t>© Copyright </a:t>
            </a:r>
            <a:r>
              <a:rPr lang="en-US" sz="800" err="1">
                <a:latin typeface="+mn-lt"/>
              </a:rPr>
              <a:t>Attalon</a:t>
            </a:r>
            <a:r>
              <a:rPr lang="en-US" sz="800">
                <a:latin typeface="+mn-lt"/>
              </a:rPr>
              <a:t>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603948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lumn and Fram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C65317-DC1C-F71A-5173-BAC4FFFA64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26484" y="442544"/>
            <a:ext cx="5979298" cy="5712868"/>
          </a:xfrm>
          <a:custGeom>
            <a:avLst/>
            <a:gdLst>
              <a:gd name="csX0" fmla="*/ 0 w 6196753"/>
              <a:gd name="csY0" fmla="*/ 538781 h 5712868"/>
              <a:gd name="csX1" fmla="*/ 538781 w 6196753"/>
              <a:gd name="csY1" fmla="*/ 0 h 5712868"/>
              <a:gd name="csX2" fmla="*/ 5657972 w 6196753"/>
              <a:gd name="csY2" fmla="*/ 0 h 5712868"/>
              <a:gd name="csX3" fmla="*/ 6196753 w 6196753"/>
              <a:gd name="csY3" fmla="*/ 538781 h 5712868"/>
              <a:gd name="csX4" fmla="*/ 6196753 w 6196753"/>
              <a:gd name="csY4" fmla="*/ 5174087 h 5712868"/>
              <a:gd name="csX5" fmla="*/ 5657972 w 6196753"/>
              <a:gd name="csY5" fmla="*/ 5712868 h 5712868"/>
              <a:gd name="csX6" fmla="*/ 538781 w 6196753"/>
              <a:gd name="csY6" fmla="*/ 5712868 h 5712868"/>
              <a:gd name="csX7" fmla="*/ 0 w 6196753"/>
              <a:gd name="csY7" fmla="*/ 5174087 h 5712868"/>
              <a:gd name="csX8" fmla="*/ 0 w 6196753"/>
              <a:gd name="csY8" fmla="*/ 538781 h 5712868"/>
              <a:gd name="csX0" fmla="*/ 0 w 6196753"/>
              <a:gd name="csY0" fmla="*/ 538781 h 5712868"/>
              <a:gd name="csX1" fmla="*/ 538781 w 6196753"/>
              <a:gd name="csY1" fmla="*/ 0 h 5712868"/>
              <a:gd name="csX2" fmla="*/ 3891802 w 6196753"/>
              <a:gd name="csY2" fmla="*/ 0 h 5712868"/>
              <a:gd name="csX3" fmla="*/ 6196753 w 6196753"/>
              <a:gd name="csY3" fmla="*/ 538781 h 5712868"/>
              <a:gd name="csX4" fmla="*/ 6196753 w 6196753"/>
              <a:gd name="csY4" fmla="*/ 5174087 h 5712868"/>
              <a:gd name="csX5" fmla="*/ 5657972 w 6196753"/>
              <a:gd name="csY5" fmla="*/ 5712868 h 5712868"/>
              <a:gd name="csX6" fmla="*/ 538781 w 6196753"/>
              <a:gd name="csY6" fmla="*/ 5712868 h 5712868"/>
              <a:gd name="csX7" fmla="*/ 0 w 6196753"/>
              <a:gd name="csY7" fmla="*/ 5174087 h 5712868"/>
              <a:gd name="csX8" fmla="*/ 0 w 6196753"/>
              <a:gd name="csY8" fmla="*/ 538781 h 5712868"/>
              <a:gd name="csX0" fmla="*/ 0 w 6196753"/>
              <a:gd name="csY0" fmla="*/ 538781 h 5712868"/>
              <a:gd name="csX1" fmla="*/ 538781 w 6196753"/>
              <a:gd name="csY1" fmla="*/ 0 h 5712868"/>
              <a:gd name="csX2" fmla="*/ 3891802 w 6196753"/>
              <a:gd name="csY2" fmla="*/ 0 h 5712868"/>
              <a:gd name="csX3" fmla="*/ 4418057 w 6196753"/>
              <a:gd name="csY3" fmla="*/ 451099 h 5712868"/>
              <a:gd name="csX4" fmla="*/ 6196753 w 6196753"/>
              <a:gd name="csY4" fmla="*/ 5174087 h 5712868"/>
              <a:gd name="csX5" fmla="*/ 5657972 w 6196753"/>
              <a:gd name="csY5" fmla="*/ 5712868 h 5712868"/>
              <a:gd name="csX6" fmla="*/ 538781 w 6196753"/>
              <a:gd name="csY6" fmla="*/ 5712868 h 5712868"/>
              <a:gd name="csX7" fmla="*/ 0 w 6196753"/>
              <a:gd name="csY7" fmla="*/ 5174087 h 5712868"/>
              <a:gd name="csX8" fmla="*/ 0 w 6196753"/>
              <a:gd name="csY8" fmla="*/ 538781 h 5712868"/>
              <a:gd name="csX0" fmla="*/ 0 w 6196753"/>
              <a:gd name="csY0" fmla="*/ 538781 h 5712868"/>
              <a:gd name="csX1" fmla="*/ 538781 w 6196753"/>
              <a:gd name="csY1" fmla="*/ 0 h 5712868"/>
              <a:gd name="csX2" fmla="*/ 3891802 w 6196753"/>
              <a:gd name="csY2" fmla="*/ 0 h 5712868"/>
              <a:gd name="csX3" fmla="*/ 4418057 w 6196753"/>
              <a:gd name="csY3" fmla="*/ 451099 h 5712868"/>
              <a:gd name="csX4" fmla="*/ 6196753 w 6196753"/>
              <a:gd name="csY4" fmla="*/ 5174087 h 5712868"/>
              <a:gd name="csX5" fmla="*/ 5657972 w 6196753"/>
              <a:gd name="csY5" fmla="*/ 5712868 h 5712868"/>
              <a:gd name="csX6" fmla="*/ 538781 w 6196753"/>
              <a:gd name="csY6" fmla="*/ 5712868 h 5712868"/>
              <a:gd name="csX7" fmla="*/ 0 w 6196753"/>
              <a:gd name="csY7" fmla="*/ 5174087 h 5712868"/>
              <a:gd name="csX8" fmla="*/ 0 w 6196753"/>
              <a:gd name="csY8" fmla="*/ 538781 h 5712868"/>
              <a:gd name="csX0" fmla="*/ 0 w 5990073"/>
              <a:gd name="csY0" fmla="*/ 538781 h 5712868"/>
              <a:gd name="csX1" fmla="*/ 538781 w 5990073"/>
              <a:gd name="csY1" fmla="*/ 0 h 5712868"/>
              <a:gd name="csX2" fmla="*/ 3891802 w 5990073"/>
              <a:gd name="csY2" fmla="*/ 0 h 5712868"/>
              <a:gd name="csX3" fmla="*/ 4418057 w 5990073"/>
              <a:gd name="csY3" fmla="*/ 451099 h 5712868"/>
              <a:gd name="csX4" fmla="*/ 5990073 w 5990073"/>
              <a:gd name="csY4" fmla="*/ 5105194 h 5712868"/>
              <a:gd name="csX5" fmla="*/ 5657972 w 5990073"/>
              <a:gd name="csY5" fmla="*/ 5712868 h 5712868"/>
              <a:gd name="csX6" fmla="*/ 538781 w 5990073"/>
              <a:gd name="csY6" fmla="*/ 5712868 h 5712868"/>
              <a:gd name="csX7" fmla="*/ 0 w 5990073"/>
              <a:gd name="csY7" fmla="*/ 5174087 h 5712868"/>
              <a:gd name="csX8" fmla="*/ 0 w 5990073"/>
              <a:gd name="csY8" fmla="*/ 538781 h 5712868"/>
              <a:gd name="csX0" fmla="*/ 0 w 5990073"/>
              <a:gd name="csY0" fmla="*/ 538781 h 5712868"/>
              <a:gd name="csX1" fmla="*/ 538781 w 5990073"/>
              <a:gd name="csY1" fmla="*/ 0 h 5712868"/>
              <a:gd name="csX2" fmla="*/ 3891802 w 5990073"/>
              <a:gd name="csY2" fmla="*/ 0 h 5712868"/>
              <a:gd name="csX3" fmla="*/ 4418057 w 5990073"/>
              <a:gd name="csY3" fmla="*/ 451099 h 5712868"/>
              <a:gd name="csX4" fmla="*/ 5990073 w 5990073"/>
              <a:gd name="csY4" fmla="*/ 5105194 h 5712868"/>
              <a:gd name="csX5" fmla="*/ 5445029 w 5990073"/>
              <a:gd name="csY5" fmla="*/ 5712868 h 5712868"/>
              <a:gd name="csX6" fmla="*/ 538781 w 5990073"/>
              <a:gd name="csY6" fmla="*/ 5712868 h 5712868"/>
              <a:gd name="csX7" fmla="*/ 0 w 5990073"/>
              <a:gd name="csY7" fmla="*/ 5174087 h 5712868"/>
              <a:gd name="csX8" fmla="*/ 0 w 5990073"/>
              <a:gd name="csY8" fmla="*/ 538781 h 5712868"/>
              <a:gd name="csX0" fmla="*/ 0 w 5996336"/>
              <a:gd name="csY0" fmla="*/ 538781 h 5712868"/>
              <a:gd name="csX1" fmla="*/ 538781 w 5996336"/>
              <a:gd name="csY1" fmla="*/ 0 h 5712868"/>
              <a:gd name="csX2" fmla="*/ 3891802 w 5996336"/>
              <a:gd name="csY2" fmla="*/ 0 h 5712868"/>
              <a:gd name="csX3" fmla="*/ 4418057 w 5996336"/>
              <a:gd name="csY3" fmla="*/ 451099 h 5712868"/>
              <a:gd name="csX4" fmla="*/ 5996336 w 5996336"/>
              <a:gd name="csY4" fmla="*/ 5180350 h 5712868"/>
              <a:gd name="csX5" fmla="*/ 5445029 w 5996336"/>
              <a:gd name="csY5" fmla="*/ 5712868 h 5712868"/>
              <a:gd name="csX6" fmla="*/ 538781 w 5996336"/>
              <a:gd name="csY6" fmla="*/ 5712868 h 5712868"/>
              <a:gd name="csX7" fmla="*/ 0 w 5996336"/>
              <a:gd name="csY7" fmla="*/ 5174087 h 5712868"/>
              <a:gd name="csX8" fmla="*/ 0 w 5996336"/>
              <a:gd name="csY8" fmla="*/ 538781 h 5712868"/>
              <a:gd name="csX0" fmla="*/ 0 w 5997905"/>
              <a:gd name="csY0" fmla="*/ 538781 h 5712868"/>
              <a:gd name="csX1" fmla="*/ 538781 w 5997905"/>
              <a:gd name="csY1" fmla="*/ 0 h 5712868"/>
              <a:gd name="csX2" fmla="*/ 3891802 w 5997905"/>
              <a:gd name="csY2" fmla="*/ 0 h 5712868"/>
              <a:gd name="csX3" fmla="*/ 4418057 w 5997905"/>
              <a:gd name="csY3" fmla="*/ 451099 h 5712868"/>
              <a:gd name="csX4" fmla="*/ 5996336 w 5997905"/>
              <a:gd name="csY4" fmla="*/ 5180350 h 5712868"/>
              <a:gd name="csX5" fmla="*/ 5445029 w 5997905"/>
              <a:gd name="csY5" fmla="*/ 5712868 h 5712868"/>
              <a:gd name="csX6" fmla="*/ 538781 w 5997905"/>
              <a:gd name="csY6" fmla="*/ 5712868 h 5712868"/>
              <a:gd name="csX7" fmla="*/ 0 w 5997905"/>
              <a:gd name="csY7" fmla="*/ 5174087 h 5712868"/>
              <a:gd name="csX8" fmla="*/ 0 w 5997905"/>
              <a:gd name="csY8" fmla="*/ 538781 h 5712868"/>
              <a:gd name="csX0" fmla="*/ 0 w 5997905"/>
              <a:gd name="csY0" fmla="*/ 538781 h 5712868"/>
              <a:gd name="csX1" fmla="*/ 538781 w 5997905"/>
              <a:gd name="csY1" fmla="*/ 0 h 5712868"/>
              <a:gd name="csX2" fmla="*/ 3891802 w 5997905"/>
              <a:gd name="csY2" fmla="*/ 0 h 5712868"/>
              <a:gd name="csX3" fmla="*/ 4418057 w 5997905"/>
              <a:gd name="csY3" fmla="*/ 451099 h 5712868"/>
              <a:gd name="csX4" fmla="*/ 5996336 w 5997905"/>
              <a:gd name="csY4" fmla="*/ 5149035 h 5712868"/>
              <a:gd name="csX5" fmla="*/ 5445029 w 5997905"/>
              <a:gd name="csY5" fmla="*/ 5712868 h 5712868"/>
              <a:gd name="csX6" fmla="*/ 538781 w 5997905"/>
              <a:gd name="csY6" fmla="*/ 5712868 h 5712868"/>
              <a:gd name="csX7" fmla="*/ 0 w 5997905"/>
              <a:gd name="csY7" fmla="*/ 5174087 h 5712868"/>
              <a:gd name="csX8" fmla="*/ 0 w 5997905"/>
              <a:gd name="csY8" fmla="*/ 538781 h 5712868"/>
              <a:gd name="csX0" fmla="*/ 0 w 6010326"/>
              <a:gd name="csY0" fmla="*/ 538781 h 5712868"/>
              <a:gd name="csX1" fmla="*/ 538781 w 6010326"/>
              <a:gd name="csY1" fmla="*/ 0 h 5712868"/>
              <a:gd name="csX2" fmla="*/ 3891802 w 6010326"/>
              <a:gd name="csY2" fmla="*/ 0 h 5712868"/>
              <a:gd name="csX3" fmla="*/ 4418057 w 6010326"/>
              <a:gd name="csY3" fmla="*/ 451099 h 5712868"/>
              <a:gd name="csX4" fmla="*/ 5996336 w 6010326"/>
              <a:gd name="csY4" fmla="*/ 5149035 h 5712868"/>
              <a:gd name="csX5" fmla="*/ 5445029 w 6010326"/>
              <a:gd name="csY5" fmla="*/ 5712868 h 5712868"/>
              <a:gd name="csX6" fmla="*/ 538781 w 6010326"/>
              <a:gd name="csY6" fmla="*/ 5712868 h 5712868"/>
              <a:gd name="csX7" fmla="*/ 0 w 6010326"/>
              <a:gd name="csY7" fmla="*/ 5174087 h 5712868"/>
              <a:gd name="csX8" fmla="*/ 0 w 6010326"/>
              <a:gd name="csY8" fmla="*/ 538781 h 5712868"/>
              <a:gd name="csX0" fmla="*/ 0 w 5950092"/>
              <a:gd name="csY0" fmla="*/ 538781 h 5712868"/>
              <a:gd name="csX1" fmla="*/ 538781 w 5950092"/>
              <a:gd name="csY1" fmla="*/ 0 h 5712868"/>
              <a:gd name="csX2" fmla="*/ 3891802 w 5950092"/>
              <a:gd name="csY2" fmla="*/ 0 h 5712868"/>
              <a:gd name="csX3" fmla="*/ 4418057 w 5950092"/>
              <a:gd name="csY3" fmla="*/ 451099 h 5712868"/>
              <a:gd name="csX4" fmla="*/ 5933706 w 5950092"/>
              <a:gd name="csY4" fmla="*/ 4967408 h 5712868"/>
              <a:gd name="csX5" fmla="*/ 5445029 w 5950092"/>
              <a:gd name="csY5" fmla="*/ 5712868 h 5712868"/>
              <a:gd name="csX6" fmla="*/ 538781 w 5950092"/>
              <a:gd name="csY6" fmla="*/ 5712868 h 5712868"/>
              <a:gd name="csX7" fmla="*/ 0 w 5950092"/>
              <a:gd name="csY7" fmla="*/ 5174087 h 5712868"/>
              <a:gd name="csX8" fmla="*/ 0 w 5950092"/>
              <a:gd name="csY8" fmla="*/ 538781 h 5712868"/>
              <a:gd name="csX0" fmla="*/ 0 w 5974788"/>
              <a:gd name="csY0" fmla="*/ 538781 h 5712868"/>
              <a:gd name="csX1" fmla="*/ 538781 w 5974788"/>
              <a:gd name="csY1" fmla="*/ 0 h 5712868"/>
              <a:gd name="csX2" fmla="*/ 3891802 w 5974788"/>
              <a:gd name="csY2" fmla="*/ 0 h 5712868"/>
              <a:gd name="csX3" fmla="*/ 4418057 w 5974788"/>
              <a:gd name="csY3" fmla="*/ 451099 h 5712868"/>
              <a:gd name="csX4" fmla="*/ 5933706 w 5974788"/>
              <a:gd name="csY4" fmla="*/ 4967408 h 5712868"/>
              <a:gd name="csX5" fmla="*/ 5445029 w 5974788"/>
              <a:gd name="csY5" fmla="*/ 5712868 h 5712868"/>
              <a:gd name="csX6" fmla="*/ 538781 w 5974788"/>
              <a:gd name="csY6" fmla="*/ 5712868 h 5712868"/>
              <a:gd name="csX7" fmla="*/ 0 w 5974788"/>
              <a:gd name="csY7" fmla="*/ 5174087 h 5712868"/>
              <a:gd name="csX8" fmla="*/ 0 w 5974788"/>
              <a:gd name="csY8" fmla="*/ 538781 h 5712868"/>
              <a:gd name="csX0" fmla="*/ 0 w 5979298"/>
              <a:gd name="csY0" fmla="*/ 538781 h 5712868"/>
              <a:gd name="csX1" fmla="*/ 538781 w 5979298"/>
              <a:gd name="csY1" fmla="*/ 0 h 5712868"/>
              <a:gd name="csX2" fmla="*/ 3891802 w 5979298"/>
              <a:gd name="csY2" fmla="*/ 0 h 5712868"/>
              <a:gd name="csX3" fmla="*/ 4418057 w 5979298"/>
              <a:gd name="csY3" fmla="*/ 451099 h 5712868"/>
              <a:gd name="csX4" fmla="*/ 5933706 w 5979298"/>
              <a:gd name="csY4" fmla="*/ 4967408 h 5712868"/>
              <a:gd name="csX5" fmla="*/ 5445029 w 5979298"/>
              <a:gd name="csY5" fmla="*/ 5712868 h 5712868"/>
              <a:gd name="csX6" fmla="*/ 538781 w 5979298"/>
              <a:gd name="csY6" fmla="*/ 5712868 h 5712868"/>
              <a:gd name="csX7" fmla="*/ 0 w 5979298"/>
              <a:gd name="csY7" fmla="*/ 5174087 h 5712868"/>
              <a:gd name="csX8" fmla="*/ 0 w 5979298"/>
              <a:gd name="csY8" fmla="*/ 538781 h 5712868"/>
              <a:gd name="csX0" fmla="*/ 0 w 5979298"/>
              <a:gd name="csY0" fmla="*/ 545044 h 5719131"/>
              <a:gd name="csX1" fmla="*/ 538781 w 5979298"/>
              <a:gd name="csY1" fmla="*/ 6263 h 5719131"/>
              <a:gd name="csX2" fmla="*/ 3816645 w 5979298"/>
              <a:gd name="csY2" fmla="*/ 0 h 5719131"/>
              <a:gd name="csX3" fmla="*/ 4418057 w 5979298"/>
              <a:gd name="csY3" fmla="*/ 457362 h 5719131"/>
              <a:gd name="csX4" fmla="*/ 5933706 w 5979298"/>
              <a:gd name="csY4" fmla="*/ 4973671 h 5719131"/>
              <a:gd name="csX5" fmla="*/ 5445029 w 5979298"/>
              <a:gd name="csY5" fmla="*/ 5719131 h 5719131"/>
              <a:gd name="csX6" fmla="*/ 538781 w 5979298"/>
              <a:gd name="csY6" fmla="*/ 5719131 h 5719131"/>
              <a:gd name="csX7" fmla="*/ 0 w 5979298"/>
              <a:gd name="csY7" fmla="*/ 5180350 h 5719131"/>
              <a:gd name="csX8" fmla="*/ 0 w 5979298"/>
              <a:gd name="csY8" fmla="*/ 545044 h 5719131"/>
              <a:gd name="csX0" fmla="*/ 0 w 5979298"/>
              <a:gd name="csY0" fmla="*/ 545044 h 5719131"/>
              <a:gd name="csX1" fmla="*/ 538781 w 5979298"/>
              <a:gd name="csY1" fmla="*/ 6263 h 5719131"/>
              <a:gd name="csX2" fmla="*/ 3816645 w 5979298"/>
              <a:gd name="csY2" fmla="*/ 0 h 5719131"/>
              <a:gd name="csX3" fmla="*/ 4367953 w 5979298"/>
              <a:gd name="csY3" fmla="*/ 476151 h 5719131"/>
              <a:gd name="csX4" fmla="*/ 5933706 w 5979298"/>
              <a:gd name="csY4" fmla="*/ 4973671 h 5719131"/>
              <a:gd name="csX5" fmla="*/ 5445029 w 5979298"/>
              <a:gd name="csY5" fmla="*/ 5719131 h 5719131"/>
              <a:gd name="csX6" fmla="*/ 538781 w 5979298"/>
              <a:gd name="csY6" fmla="*/ 5719131 h 5719131"/>
              <a:gd name="csX7" fmla="*/ 0 w 5979298"/>
              <a:gd name="csY7" fmla="*/ 5180350 h 5719131"/>
              <a:gd name="csX8" fmla="*/ 0 w 5979298"/>
              <a:gd name="csY8" fmla="*/ 545044 h 5719131"/>
              <a:gd name="csX0" fmla="*/ 0 w 5979298"/>
              <a:gd name="csY0" fmla="*/ 545044 h 5719131"/>
              <a:gd name="csX1" fmla="*/ 538781 w 5979298"/>
              <a:gd name="csY1" fmla="*/ 6263 h 5719131"/>
              <a:gd name="csX2" fmla="*/ 3816645 w 5979298"/>
              <a:gd name="csY2" fmla="*/ 0 h 5719131"/>
              <a:gd name="csX3" fmla="*/ 4367953 w 5979298"/>
              <a:gd name="csY3" fmla="*/ 476151 h 5719131"/>
              <a:gd name="csX4" fmla="*/ 5933706 w 5979298"/>
              <a:gd name="csY4" fmla="*/ 4973671 h 5719131"/>
              <a:gd name="csX5" fmla="*/ 5445029 w 5979298"/>
              <a:gd name="csY5" fmla="*/ 5719131 h 5719131"/>
              <a:gd name="csX6" fmla="*/ 538781 w 5979298"/>
              <a:gd name="csY6" fmla="*/ 5719131 h 5719131"/>
              <a:gd name="csX7" fmla="*/ 0 w 5979298"/>
              <a:gd name="csY7" fmla="*/ 5180350 h 5719131"/>
              <a:gd name="csX8" fmla="*/ 0 w 5979298"/>
              <a:gd name="csY8" fmla="*/ 545044 h 5719131"/>
              <a:gd name="csX0" fmla="*/ 0 w 5979298"/>
              <a:gd name="csY0" fmla="*/ 538781 h 5712868"/>
              <a:gd name="csX1" fmla="*/ 538781 w 5979298"/>
              <a:gd name="csY1" fmla="*/ 0 h 5712868"/>
              <a:gd name="csX2" fmla="*/ 3772804 w 5979298"/>
              <a:gd name="csY2" fmla="*/ 0 h 5712868"/>
              <a:gd name="csX3" fmla="*/ 4367953 w 5979298"/>
              <a:gd name="csY3" fmla="*/ 469888 h 5712868"/>
              <a:gd name="csX4" fmla="*/ 5933706 w 5979298"/>
              <a:gd name="csY4" fmla="*/ 4967408 h 5712868"/>
              <a:gd name="csX5" fmla="*/ 5445029 w 5979298"/>
              <a:gd name="csY5" fmla="*/ 5712868 h 5712868"/>
              <a:gd name="csX6" fmla="*/ 538781 w 5979298"/>
              <a:gd name="csY6" fmla="*/ 5712868 h 5712868"/>
              <a:gd name="csX7" fmla="*/ 0 w 5979298"/>
              <a:gd name="csY7" fmla="*/ 5174087 h 5712868"/>
              <a:gd name="csX8" fmla="*/ 0 w 5979298"/>
              <a:gd name="csY8" fmla="*/ 538781 h 57128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979298" h="5712868">
                <a:moveTo>
                  <a:pt x="0" y="538781"/>
                </a:moveTo>
                <a:cubicBezTo>
                  <a:pt x="0" y="241220"/>
                  <a:pt x="241220" y="0"/>
                  <a:pt x="538781" y="0"/>
                </a:cubicBezTo>
                <a:lnTo>
                  <a:pt x="3772804" y="0"/>
                </a:lnTo>
                <a:cubicBezTo>
                  <a:pt x="4070365" y="0"/>
                  <a:pt x="4261481" y="184853"/>
                  <a:pt x="4367953" y="469888"/>
                </a:cubicBezTo>
                <a:lnTo>
                  <a:pt x="5933706" y="4967408"/>
                </a:lnTo>
                <a:cubicBezTo>
                  <a:pt x="6109072" y="5509226"/>
                  <a:pt x="5742590" y="5712868"/>
                  <a:pt x="5445029" y="5712868"/>
                </a:cubicBezTo>
                <a:lnTo>
                  <a:pt x="538781" y="5712868"/>
                </a:lnTo>
                <a:cubicBezTo>
                  <a:pt x="241220" y="5712868"/>
                  <a:pt x="0" y="5471648"/>
                  <a:pt x="0" y="5174087"/>
                </a:cubicBezTo>
                <a:lnTo>
                  <a:pt x="0" y="538781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526A4B-117D-76C2-8104-3BE71F7BD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06" y="457200"/>
            <a:ext cx="4555896" cy="1600200"/>
          </a:xfrm>
        </p:spPr>
        <p:txBody>
          <a:bodyPr lIns="0"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B64E4A-2B3C-04B5-507D-A68BA1363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3806" y="2155371"/>
            <a:ext cx="4555896" cy="3944804"/>
          </a:xfrm>
        </p:spPr>
        <p:txBody>
          <a:bodyPr lIns="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C1F35-4023-3925-6458-81F51CD04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8EE3F9-A947-5A4C-873E-0A1944126D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F996B29-37FA-3C4F-9C23-F64DC00727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911" y="6452285"/>
            <a:ext cx="769742" cy="163995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B1730205-953B-D576-E3E3-FDA43D520B12}"/>
              </a:ext>
            </a:extLst>
          </p:cNvPr>
          <p:cNvGrpSpPr/>
          <p:nvPr userDrawn="1"/>
        </p:nvGrpSpPr>
        <p:grpSpPr>
          <a:xfrm>
            <a:off x="0" y="0"/>
            <a:ext cx="5663177" cy="6858000"/>
            <a:chOff x="0" y="9427"/>
            <a:chExt cx="5663177" cy="6858000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C76F0A2-CF86-2248-5799-1DEB364EDA6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5478385" y="9427"/>
              <a:ext cx="0" cy="6858000"/>
            </a:xfrm>
            <a:prstGeom prst="line">
              <a:avLst/>
            </a:prstGeom>
            <a:ln w="12700">
              <a:solidFill>
                <a:srgbClr val="54B94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EB98F07-6C28-6113-DD45-10D6DADD6FB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109602"/>
              <a:ext cx="5478385" cy="0"/>
            </a:xfrm>
            <a:prstGeom prst="line">
              <a:avLst/>
            </a:prstGeom>
            <a:ln w="12700">
              <a:solidFill>
                <a:srgbClr val="54B94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A93333E-B50C-1292-C2A9-46F9AECB6F11}"/>
                </a:ext>
              </a:extLst>
            </p:cNvPr>
            <p:cNvSpPr/>
            <p:nvPr userDrawn="1"/>
          </p:nvSpPr>
          <p:spPr>
            <a:xfrm>
              <a:off x="5293593" y="5924810"/>
              <a:ext cx="369584" cy="36958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B114B8A-EF81-8940-0BA9-3F4981D67593}"/>
              </a:ext>
            </a:extLst>
          </p:cNvPr>
          <p:cNvSpPr txBox="1">
            <a:spLocks/>
          </p:cNvSpPr>
          <p:nvPr userDrawn="1"/>
        </p:nvSpPr>
        <p:spPr>
          <a:xfrm>
            <a:off x="5490777" y="6389803"/>
            <a:ext cx="2630071" cy="29383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1"/>
                </a:solidFill>
                <a:latin typeface="+mn-lt"/>
              </a:rPr>
              <a:t>© Copyright </a:t>
            </a:r>
            <a:r>
              <a:rPr lang="en-US" sz="800" err="1">
                <a:solidFill>
                  <a:schemeClr val="bg1"/>
                </a:solidFill>
                <a:latin typeface="+mn-lt"/>
              </a:rPr>
              <a:t>Attalon</a:t>
            </a:r>
            <a:r>
              <a:rPr lang="en-US" sz="800">
                <a:solidFill>
                  <a:schemeClr val="bg1"/>
                </a:solidFill>
                <a:latin typeface="+mn-lt"/>
              </a:rPr>
              <a:t>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35490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290CC96-2A6E-56C3-6D4F-7FE9D8DE7D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910" y="6452285"/>
            <a:ext cx="769742" cy="1639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526A4B-117D-76C2-8104-3BE71F7BD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910" y="209550"/>
            <a:ext cx="4608890" cy="1114173"/>
          </a:xfrm>
        </p:spPr>
        <p:txBody>
          <a:bodyPr lIns="0"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C1F35-4023-3925-6458-81F51CD04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81550" y="6356350"/>
            <a:ext cx="451982" cy="365125"/>
          </a:xfrm>
        </p:spPr>
        <p:txBody>
          <a:bodyPr/>
          <a:lstStyle/>
          <a:p>
            <a:fld id="{7B8EE3F9-A947-5A4C-873E-0A1944126D5A}" type="slidenum">
              <a:rPr lang="en-US" smtClean="0"/>
              <a:t>‹#›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1730205-953B-D576-E3E3-FDA43D520B12}"/>
              </a:ext>
            </a:extLst>
          </p:cNvPr>
          <p:cNvGrpSpPr/>
          <p:nvPr userDrawn="1"/>
        </p:nvGrpSpPr>
        <p:grpSpPr>
          <a:xfrm>
            <a:off x="0" y="0"/>
            <a:ext cx="5663177" cy="6858000"/>
            <a:chOff x="0" y="9427"/>
            <a:chExt cx="5663177" cy="6858000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C76F0A2-CF86-2248-5799-1DEB364EDA6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5478385" y="9427"/>
              <a:ext cx="0" cy="6858000"/>
            </a:xfrm>
            <a:prstGeom prst="line">
              <a:avLst/>
            </a:prstGeom>
            <a:ln w="12700">
              <a:solidFill>
                <a:srgbClr val="54B94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EB98F07-6C28-6113-DD45-10D6DADD6FB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109602"/>
              <a:ext cx="5478385" cy="0"/>
            </a:xfrm>
            <a:prstGeom prst="line">
              <a:avLst/>
            </a:prstGeom>
            <a:ln w="12700">
              <a:solidFill>
                <a:srgbClr val="54B94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A93333E-B50C-1292-C2A9-46F9AECB6F11}"/>
                </a:ext>
              </a:extLst>
            </p:cNvPr>
            <p:cNvSpPr/>
            <p:nvPr userDrawn="1"/>
          </p:nvSpPr>
          <p:spPr>
            <a:xfrm>
              <a:off x="5293593" y="5924810"/>
              <a:ext cx="369584" cy="369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D194ED5-6312-FEF2-F631-28F994DD2A6D}"/>
              </a:ext>
            </a:extLst>
          </p:cNvPr>
          <p:cNvSpPr txBox="1">
            <a:spLocks/>
          </p:cNvSpPr>
          <p:nvPr userDrawn="1"/>
        </p:nvSpPr>
        <p:spPr>
          <a:xfrm>
            <a:off x="1654490" y="6389803"/>
            <a:ext cx="2630071" cy="29383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latin typeface="+mn-lt"/>
              </a:rPr>
              <a:t>© Copyright </a:t>
            </a:r>
            <a:r>
              <a:rPr lang="en-US" sz="800" err="1">
                <a:latin typeface="+mn-lt"/>
              </a:rPr>
              <a:t>Attalon</a:t>
            </a:r>
            <a:r>
              <a:rPr lang="en-US" sz="800">
                <a:latin typeface="+mn-lt"/>
              </a:rPr>
              <a:t>, Inc. All rights reserved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E217BE8-CAF7-9881-FC4D-6ED167F7C14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1ECDF05-D6A3-712F-E40A-A42C9B8507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9910" y="1367882"/>
            <a:ext cx="4608890" cy="45474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en-US"/>
              <a:t>First level of text</a:t>
            </a:r>
          </a:p>
          <a:p>
            <a:pPr lvl="1"/>
            <a:r>
              <a:rPr lang="en-US"/>
              <a:t>Second level of text</a:t>
            </a:r>
          </a:p>
          <a:p>
            <a:pPr lvl="2"/>
            <a:r>
              <a:rPr lang="en-US"/>
              <a:t>Third level of text</a:t>
            </a:r>
          </a:p>
          <a:p>
            <a:pPr lvl="3"/>
            <a:r>
              <a:rPr lang="en-US"/>
              <a:t>Fourth level of text</a:t>
            </a:r>
          </a:p>
        </p:txBody>
      </p:sp>
    </p:spTree>
    <p:extLst>
      <p:ext uri="{BB962C8B-B14F-4D97-AF65-F5344CB8AC3E}">
        <p14:creationId xmlns:p14="http://schemas.microsoft.com/office/powerpoint/2010/main" val="2448670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290CC96-2A6E-56C3-6D4F-7FE9D8DE7D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95960" y="6452285"/>
            <a:ext cx="769742" cy="1639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526A4B-117D-76C2-8104-3BE71F7BD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2940" y="180975"/>
            <a:ext cx="4608890" cy="1053497"/>
          </a:xfrm>
        </p:spPr>
        <p:txBody>
          <a:bodyPr lIns="0"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C1F35-4023-3925-6458-81F51CD04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4274" y="6356350"/>
            <a:ext cx="461507" cy="365125"/>
          </a:xfrm>
        </p:spPr>
        <p:txBody>
          <a:bodyPr/>
          <a:lstStyle/>
          <a:p>
            <a:fld id="{7B8EE3F9-A947-5A4C-873E-0A1944126D5A}" type="slidenum">
              <a:rPr lang="en-US" smtClean="0"/>
              <a:t>‹#›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1730205-953B-D576-E3E3-FDA43D520B12}"/>
              </a:ext>
            </a:extLst>
          </p:cNvPr>
          <p:cNvGrpSpPr/>
          <p:nvPr userDrawn="1"/>
        </p:nvGrpSpPr>
        <p:grpSpPr>
          <a:xfrm flipH="1">
            <a:off x="6523351" y="0"/>
            <a:ext cx="5663177" cy="6858000"/>
            <a:chOff x="0" y="9427"/>
            <a:chExt cx="5663177" cy="6858000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C76F0A2-CF86-2248-5799-1DEB364EDA6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5478385" y="9427"/>
              <a:ext cx="0" cy="6858000"/>
            </a:xfrm>
            <a:prstGeom prst="line">
              <a:avLst/>
            </a:prstGeom>
            <a:ln w="12700">
              <a:solidFill>
                <a:srgbClr val="54B94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EB98F07-6C28-6113-DD45-10D6DADD6FB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109602"/>
              <a:ext cx="5478385" cy="0"/>
            </a:xfrm>
            <a:prstGeom prst="line">
              <a:avLst/>
            </a:prstGeom>
            <a:ln w="12700">
              <a:solidFill>
                <a:srgbClr val="54B94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A93333E-B50C-1292-C2A9-46F9AECB6F11}"/>
                </a:ext>
              </a:extLst>
            </p:cNvPr>
            <p:cNvSpPr/>
            <p:nvPr userDrawn="1"/>
          </p:nvSpPr>
          <p:spPr>
            <a:xfrm>
              <a:off x="5293593" y="5924810"/>
              <a:ext cx="369584" cy="369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D194ED5-6312-FEF2-F631-28F994DD2A6D}"/>
              </a:ext>
            </a:extLst>
          </p:cNvPr>
          <p:cNvSpPr txBox="1">
            <a:spLocks/>
          </p:cNvSpPr>
          <p:nvPr userDrawn="1"/>
        </p:nvSpPr>
        <p:spPr>
          <a:xfrm>
            <a:off x="8281633" y="6389803"/>
            <a:ext cx="2630071" cy="29383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latin typeface="+mn-lt"/>
              </a:rPr>
              <a:t>© Copyright </a:t>
            </a:r>
            <a:r>
              <a:rPr lang="en-US" sz="800" err="1">
                <a:latin typeface="+mn-lt"/>
              </a:rPr>
              <a:t>Attalon</a:t>
            </a:r>
            <a:r>
              <a:rPr lang="en-US" sz="800">
                <a:latin typeface="+mn-lt"/>
              </a:rPr>
              <a:t>, Inc. All rights reserved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E217BE8-CAF7-9881-FC4D-6ED167F7C14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475" y="0"/>
            <a:ext cx="6096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1ECDF05-D6A3-712F-E40A-A42C9B8507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192940" y="1339307"/>
            <a:ext cx="4608890" cy="45760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en-US"/>
              <a:t>First level of text</a:t>
            </a:r>
          </a:p>
          <a:p>
            <a:pPr lvl="1"/>
            <a:r>
              <a:rPr lang="en-US"/>
              <a:t>Second level of text</a:t>
            </a:r>
          </a:p>
          <a:p>
            <a:pPr lvl="2"/>
            <a:r>
              <a:rPr lang="en-US"/>
              <a:t>Third level of text</a:t>
            </a:r>
          </a:p>
          <a:p>
            <a:pPr lvl="3"/>
            <a:r>
              <a:rPr lang="en-US"/>
              <a:t>Fourth level of text</a:t>
            </a:r>
          </a:p>
        </p:txBody>
      </p:sp>
    </p:spTree>
    <p:extLst>
      <p:ext uri="{BB962C8B-B14F-4D97-AF65-F5344CB8AC3E}">
        <p14:creationId xmlns:p14="http://schemas.microsoft.com/office/powerpoint/2010/main" val="474234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EE26F62-1E92-FEAD-37E4-A946858383E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4856205" y="9427"/>
            <a:chExt cx="12192000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8CB1AC1-E27D-4EB9-6167-4C35F208E76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5478385" y="9427"/>
              <a:ext cx="0" cy="6858000"/>
            </a:xfrm>
            <a:prstGeom prst="line">
              <a:avLst/>
            </a:prstGeom>
            <a:ln w="12700">
              <a:solidFill>
                <a:srgbClr val="54B94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A8580D6-D142-B73B-1C61-09359C2959C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856205" y="5778842"/>
              <a:ext cx="12192000" cy="0"/>
            </a:xfrm>
            <a:prstGeom prst="line">
              <a:avLst/>
            </a:prstGeom>
            <a:ln w="12700">
              <a:solidFill>
                <a:srgbClr val="54B94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4F3A827-EFA8-FBDE-7D05-B9A95C739E9B}"/>
                </a:ext>
              </a:extLst>
            </p:cNvPr>
            <p:cNvSpPr/>
            <p:nvPr userDrawn="1"/>
          </p:nvSpPr>
          <p:spPr>
            <a:xfrm>
              <a:off x="5293593" y="5594050"/>
              <a:ext cx="369584" cy="369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D5A57C2E-8E6A-0A27-2E1E-0E9D800E67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244" y="4910928"/>
            <a:ext cx="3769116" cy="7660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129F3189-9D43-C61F-C1EE-094DEA3202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244" y="6101989"/>
            <a:ext cx="1670832" cy="355975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4B6106-2219-C34A-5BCD-5D85A6A13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6702" y="627881"/>
            <a:ext cx="4441371" cy="5049138"/>
          </a:xfrm>
        </p:spPr>
        <p:txBody>
          <a:bodyPr lIns="0" anchor="ctr" anchorCtr="0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CA46EC0-B04C-E413-BA2A-B166FBCC5A39}"/>
              </a:ext>
            </a:extLst>
          </p:cNvPr>
          <p:cNvSpPr txBox="1">
            <a:spLocks/>
          </p:cNvSpPr>
          <p:nvPr userDrawn="1"/>
        </p:nvSpPr>
        <p:spPr>
          <a:xfrm>
            <a:off x="6736702" y="6210055"/>
            <a:ext cx="2630071" cy="29383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latin typeface="+mn-lt"/>
              </a:rPr>
              <a:t>© Copyright </a:t>
            </a:r>
            <a:r>
              <a:rPr lang="en-US" sz="800" err="1">
                <a:latin typeface="+mn-lt"/>
              </a:rPr>
              <a:t>Attalon</a:t>
            </a:r>
            <a:r>
              <a:rPr lang="en-US" sz="800">
                <a:latin typeface="+mn-lt"/>
              </a:rPr>
              <a:t>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8623802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6E0BE-95CC-FBE4-568F-760D950FEC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244" y="4144022"/>
            <a:ext cx="3769116" cy="7660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0D7B6AF-5156-38D9-209D-F422865517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244" y="6101989"/>
            <a:ext cx="1670832" cy="35597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AF0B2E9-B72F-3DC1-622B-99FCACD5D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6702" y="905069"/>
            <a:ext cx="4441371" cy="5049138"/>
          </a:xfrm>
        </p:spPr>
        <p:txBody>
          <a:bodyPr lIns="0" anchor="ctr" anchorCtr="0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D768CA88-45F5-89E6-E700-A9BB748DD073}"/>
              </a:ext>
            </a:extLst>
          </p:cNvPr>
          <p:cNvSpPr txBox="1">
            <a:spLocks/>
          </p:cNvSpPr>
          <p:nvPr userDrawn="1"/>
        </p:nvSpPr>
        <p:spPr>
          <a:xfrm>
            <a:off x="9008903" y="6370985"/>
            <a:ext cx="2630071" cy="293832"/>
          </a:xfrm>
          <a:prstGeom prst="rect">
            <a:avLst/>
          </a:prstGeom>
        </p:spPr>
        <p:txBody>
          <a:bodyPr vert="horz" lIns="0" tIns="45720" rIns="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>
                <a:solidFill>
                  <a:schemeClr val="bg1"/>
                </a:solidFill>
                <a:latin typeface="+mn-lt"/>
              </a:rPr>
              <a:t>© Copyright </a:t>
            </a:r>
            <a:r>
              <a:rPr lang="en-US" sz="800" err="1">
                <a:solidFill>
                  <a:schemeClr val="bg1"/>
                </a:solidFill>
                <a:latin typeface="+mn-lt"/>
              </a:rPr>
              <a:t>Attalon</a:t>
            </a:r>
            <a:r>
              <a:rPr lang="en-US" sz="800">
                <a:solidFill>
                  <a:schemeClr val="bg1"/>
                </a:solidFill>
                <a:latin typeface="+mn-lt"/>
              </a:rPr>
              <a:t>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5998423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19D1F0-F05D-DE69-456B-78DEBA4ACB86}"/>
              </a:ext>
            </a:extLst>
          </p:cNvPr>
          <p:cNvCxnSpPr>
            <a:cxnSpLocks/>
          </p:cNvCxnSpPr>
          <p:nvPr userDrawn="1"/>
        </p:nvCxnSpPr>
        <p:spPr>
          <a:xfrm flipV="1">
            <a:off x="11133590" y="0"/>
            <a:ext cx="0" cy="6858000"/>
          </a:xfrm>
          <a:prstGeom prst="line">
            <a:avLst/>
          </a:prstGeom>
          <a:ln w="12700">
            <a:solidFill>
              <a:srgbClr val="54B9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111750-AA32-72CB-5808-BA70010A7EFF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5176434" y="0"/>
            <a:ext cx="6819254" cy="6858000"/>
          </a:xfrm>
          <a:prstGeom prst="line">
            <a:avLst/>
          </a:prstGeom>
          <a:ln w="12700">
            <a:solidFill>
              <a:srgbClr val="54B9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1D99B8-D300-E6DC-63EC-F6E12E9B020C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991585"/>
            <a:ext cx="12192000" cy="0"/>
          </a:xfrm>
          <a:prstGeom prst="line">
            <a:avLst/>
          </a:prstGeom>
          <a:ln w="12700">
            <a:solidFill>
              <a:srgbClr val="54B9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B9692DE-7864-8B99-5C24-024411739D79}"/>
              </a:ext>
            </a:extLst>
          </p:cNvPr>
          <p:cNvSpPr/>
          <p:nvPr userDrawn="1"/>
        </p:nvSpPr>
        <p:spPr>
          <a:xfrm>
            <a:off x="10997309" y="5862390"/>
            <a:ext cx="280105" cy="280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6018201-8440-B820-19FD-446DBEE147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910" y="3101060"/>
            <a:ext cx="3337606" cy="71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2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C45A63A1-DC1C-C1D7-4351-BD09CD0FB1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910" y="3101060"/>
            <a:ext cx="3337606" cy="71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340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g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19D1F0-F05D-DE69-456B-78DEBA4ACB86}"/>
              </a:ext>
            </a:extLst>
          </p:cNvPr>
          <p:cNvCxnSpPr>
            <a:cxnSpLocks/>
          </p:cNvCxnSpPr>
          <p:nvPr userDrawn="1"/>
        </p:nvCxnSpPr>
        <p:spPr>
          <a:xfrm flipV="1">
            <a:off x="11133590" y="0"/>
            <a:ext cx="0" cy="6858000"/>
          </a:xfrm>
          <a:prstGeom prst="line">
            <a:avLst/>
          </a:prstGeom>
          <a:ln w="12700">
            <a:solidFill>
              <a:srgbClr val="54B9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111750-AA32-72CB-5808-BA70010A7EFF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5176434" y="0"/>
            <a:ext cx="6819254" cy="6858000"/>
          </a:xfrm>
          <a:prstGeom prst="line">
            <a:avLst/>
          </a:prstGeom>
          <a:ln w="12700">
            <a:solidFill>
              <a:srgbClr val="54B9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1D99B8-D300-E6DC-63EC-F6E12E9B020C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991585"/>
            <a:ext cx="12192000" cy="0"/>
          </a:xfrm>
          <a:prstGeom prst="line">
            <a:avLst/>
          </a:prstGeom>
          <a:ln w="12700">
            <a:solidFill>
              <a:srgbClr val="54B9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B9692DE-7864-8B99-5C24-024411739D79}"/>
              </a:ext>
            </a:extLst>
          </p:cNvPr>
          <p:cNvSpPr/>
          <p:nvPr userDrawn="1"/>
        </p:nvSpPr>
        <p:spPr>
          <a:xfrm>
            <a:off x="10997309" y="5862390"/>
            <a:ext cx="280105" cy="280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649102C-6E74-E932-E8A1-DB45383D5D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910" y="2525204"/>
            <a:ext cx="3078482" cy="6558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3CBC63-F246-0AC2-7893-875D32EDAFAC}"/>
              </a:ext>
            </a:extLst>
          </p:cNvPr>
          <p:cNvSpPr txBox="1"/>
          <p:nvPr userDrawn="1"/>
        </p:nvSpPr>
        <p:spPr>
          <a:xfrm>
            <a:off x="407582" y="3514988"/>
            <a:ext cx="50287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Light in the shadows. Precision in the fight.</a:t>
            </a:r>
          </a:p>
        </p:txBody>
      </p:sp>
    </p:spTree>
    <p:extLst>
      <p:ext uri="{BB962C8B-B14F-4D97-AF65-F5344CB8AC3E}">
        <p14:creationId xmlns:p14="http://schemas.microsoft.com/office/powerpoint/2010/main" val="42121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g Line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C45A63A1-DC1C-C1D7-4351-BD09CD0FB1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910" y="2525204"/>
            <a:ext cx="3078482" cy="6558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7FAE7E-8270-E4FE-E826-C033D38918CE}"/>
              </a:ext>
            </a:extLst>
          </p:cNvPr>
          <p:cNvSpPr txBox="1"/>
          <p:nvPr userDrawn="1"/>
        </p:nvSpPr>
        <p:spPr>
          <a:xfrm>
            <a:off x="407582" y="3514988"/>
            <a:ext cx="50287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Light in the shadows. Precision in the fight.</a:t>
            </a:r>
          </a:p>
        </p:txBody>
      </p:sp>
    </p:spTree>
    <p:extLst>
      <p:ext uri="{BB962C8B-B14F-4D97-AF65-F5344CB8AC3E}">
        <p14:creationId xmlns:p14="http://schemas.microsoft.com/office/powerpoint/2010/main" val="3698517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ADCBD0-E34F-81FB-3B17-3031A130F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042" y="365125"/>
            <a:ext cx="11304740" cy="766091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18FCBB-7701-1C83-5FD9-1CCCC1767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1042" y="1253765"/>
            <a:ext cx="11304740" cy="4923198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C5383-E88A-ACA3-091E-8CCD768FDE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258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j-lt"/>
              </a:defRPr>
            </a:lvl1pPr>
          </a:lstStyle>
          <a:p>
            <a:fld id="{7B8EE3F9-A947-5A4C-873E-0A1944126D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755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11" r:id="rId2"/>
    <p:sldLayoutId id="2147483700" r:id="rId3"/>
    <p:sldLayoutId id="2147483687" r:id="rId4"/>
    <p:sldLayoutId id="2147483662" r:id="rId5"/>
    <p:sldLayoutId id="2147483708" r:id="rId6"/>
    <p:sldLayoutId id="2147483688" r:id="rId7"/>
    <p:sldLayoutId id="2147483663" r:id="rId8"/>
    <p:sldLayoutId id="2147483689" r:id="rId9"/>
    <p:sldLayoutId id="2147483664" r:id="rId10"/>
    <p:sldLayoutId id="2147483690" r:id="rId11"/>
    <p:sldLayoutId id="2147483665" r:id="rId12"/>
    <p:sldLayoutId id="2147483691" r:id="rId13"/>
    <p:sldLayoutId id="2147483666" r:id="rId14"/>
    <p:sldLayoutId id="2147483692" r:id="rId15"/>
    <p:sldLayoutId id="2147483667" r:id="rId16"/>
    <p:sldLayoutId id="2147483693" r:id="rId17"/>
    <p:sldLayoutId id="2147483668" r:id="rId18"/>
    <p:sldLayoutId id="2147483694" r:id="rId19"/>
    <p:sldLayoutId id="2147483703" r:id="rId20"/>
    <p:sldLayoutId id="2147483695" r:id="rId21"/>
    <p:sldLayoutId id="2147483709" r:id="rId22"/>
    <p:sldLayoutId id="2147483710" r:id="rId23"/>
    <p:sldLayoutId id="2147483712" r:id="rId24"/>
    <p:sldLayoutId id="2147483713" r:id="rId25"/>
    <p:sldLayoutId id="2147483677" r:id="rId26"/>
    <p:sldLayoutId id="2147483676" r:id="rId27"/>
    <p:sldLayoutId id="2147483679" r:id="rId28"/>
    <p:sldLayoutId id="2147483678" r:id="rId29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Inter Light" panose="02000503000000020004" pitchFamily="2" charset="0"/>
          <a:cs typeface="+mn-cs"/>
        </a:defRPr>
      </a:lvl1pPr>
      <a:lvl2pPr marL="800100" indent="-3429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Inter Light" panose="02000503000000020004" pitchFamily="2" charset="0"/>
          <a:cs typeface="+mn-cs"/>
        </a:defRPr>
      </a:lvl2pPr>
      <a:lvl3pPr marL="1257300" indent="-3429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Inter Light" panose="02000503000000020004" pitchFamily="2" charset="0"/>
          <a:cs typeface="+mn-cs"/>
        </a:defRPr>
      </a:lvl3pPr>
      <a:lvl4pPr marL="1714500" indent="-3429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Inter Light" panose="02000503000000020004" pitchFamily="2" charset="0"/>
          <a:cs typeface="+mn-cs"/>
        </a:defRPr>
      </a:lvl4pPr>
      <a:lvl5pPr marL="2171700" indent="-3429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Inter Light" panose="02000503000000020004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0A11ED-F059-A3D2-C063-1FCB5197E6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C78E7-1D3C-A328-49D6-401D3B62E8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659BBE-EE72-BD2C-C794-F114461A7B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60A9F4D-DE48-27C5-5B7C-067BB2C23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076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210E8B-E0D7-CFBA-8FC8-7C116EE64E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7C3538D-1CFE-521B-4F59-A16E6DA745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2D0CFAE-3346-E8E3-F661-734B8DCAD8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1DB2C20-9BDC-2F01-08D3-E843063F8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A53303-A4CA-496D-5ACC-557E0891FB4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7B8EE3F9-A947-5A4C-873E-0A1944126D5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147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8F5BE-7A17-FEF2-2CE1-29065BCBD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Migrating existing presentations to this new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3E2C9-FBED-21AC-C7E3-5A104A7E3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+mj-lt"/>
              <a:buAutoNum type="arabicPeriod"/>
            </a:pPr>
            <a:r>
              <a:rPr lang="en-US"/>
              <a:t>Within the Coherent presentation, convert each slide to one of the slide layouts with the following names, as needed. (Tip: these are white slides with black titles and black logos; see next page.) </a:t>
            </a:r>
          </a:p>
          <a:p>
            <a:pPr lvl="1">
              <a:buFont typeface="+mj-lt"/>
              <a:buAutoNum type="alphaLcPeriod"/>
            </a:pPr>
            <a:r>
              <a:rPr lang="en-US"/>
              <a:t>Title Slide</a:t>
            </a:r>
          </a:p>
          <a:p>
            <a:pPr lvl="1">
              <a:buFont typeface="+mj-lt"/>
              <a:buAutoNum type="alphaLcPeriod"/>
            </a:pPr>
            <a:r>
              <a:rPr lang="en-US"/>
              <a:t>Section Header</a:t>
            </a:r>
          </a:p>
          <a:p>
            <a:pPr lvl="1">
              <a:buFont typeface="+mj-lt"/>
              <a:buAutoNum type="alphaLcPeriod"/>
            </a:pPr>
            <a:r>
              <a:rPr lang="en-US"/>
              <a:t>Single Column</a:t>
            </a:r>
          </a:p>
          <a:p>
            <a:pPr lvl="1">
              <a:buFont typeface="+mj-lt"/>
              <a:buAutoNum type="alphaLcPeriod"/>
            </a:pPr>
            <a:r>
              <a:rPr lang="en-US"/>
              <a:t>Double Column</a:t>
            </a:r>
          </a:p>
          <a:p>
            <a:pPr lvl="1">
              <a:buFont typeface="+mj-lt"/>
              <a:buAutoNum type="alphaLcPeriod"/>
            </a:pPr>
            <a:r>
              <a:rPr lang="en-US"/>
              <a:t>Title</a:t>
            </a:r>
          </a:p>
          <a:p>
            <a:pPr lvl="1">
              <a:buFont typeface="+mj-lt"/>
              <a:buAutoNum type="alphaLcPeriod"/>
            </a:pPr>
            <a:r>
              <a:rPr lang="en-US"/>
              <a:t>Column and Picture</a:t>
            </a:r>
          </a:p>
          <a:p>
            <a:pPr lvl="1">
              <a:buFont typeface="+mj-lt"/>
              <a:buAutoNum type="alphaLcPeriod"/>
            </a:pPr>
            <a:r>
              <a:rPr lang="en-US"/>
              <a:t>Blank</a:t>
            </a:r>
          </a:p>
          <a:p>
            <a:pPr lvl="1">
              <a:buFont typeface="+mj-lt"/>
              <a:buAutoNum type="alphaLcPeriod"/>
            </a:pPr>
            <a:r>
              <a:rPr lang="en-US"/>
              <a:t>End Slide</a:t>
            </a:r>
          </a:p>
          <a:p>
            <a:pPr lvl="1">
              <a:buFont typeface="+mj-lt"/>
              <a:buAutoNum type="alphaLcPeriod"/>
            </a:pPr>
            <a:r>
              <a:rPr lang="en-US"/>
              <a:t>Tag Line</a:t>
            </a:r>
          </a:p>
          <a:p>
            <a:pPr>
              <a:buFont typeface="+mj-lt"/>
              <a:buAutoNum type="arabicPeriod"/>
            </a:pPr>
            <a:r>
              <a:rPr lang="en-US"/>
              <a:t>These have corresponding slide layouts in this new PowerPoint template. Transferring your slides with the correct slide layout to the new template will convert them to the </a:t>
            </a:r>
            <a:r>
              <a:rPr lang="en-US" err="1"/>
              <a:t>Attalon</a:t>
            </a:r>
            <a:r>
              <a:rPr lang="en-US"/>
              <a:t> template. (Tip: if you see a Coherent logo in this new template, delete the slide, check Step 1 above, and re-transfer the slide.)</a:t>
            </a:r>
          </a:p>
          <a:p>
            <a:pPr>
              <a:buFont typeface="+mj-lt"/>
              <a:buAutoNum type="arabicPeriod"/>
            </a:pPr>
            <a:r>
              <a:rPr lang="en-US"/>
              <a:t>Once transferred to the </a:t>
            </a:r>
            <a:r>
              <a:rPr lang="en-US" err="1"/>
              <a:t>Attalon</a:t>
            </a:r>
            <a:r>
              <a:rPr lang="en-US"/>
              <a:t> template, each slide can then be edited as needed and converted to other slide layouts available in the new template, such as the dark layouts.</a:t>
            </a:r>
          </a:p>
          <a:p>
            <a:pPr>
              <a:buFont typeface="+mj-lt"/>
              <a:buAutoNum type="arabicPeriod"/>
            </a:pPr>
            <a:r>
              <a:rPr lang="en-US"/>
              <a:t>Still, it won’t be perfect. For assistance converting slides, contact Mark Lourie.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96BB6-F130-FC16-D6F0-5AC5AF72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E3F9-A947-5A4C-873E-0A1944126D5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95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BC45022-F681-ABCA-4F35-C9380CF310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707C6F-923E-C92A-1930-134403EEF8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44E6F39-289E-B6FE-5B9C-81701D1969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AC44BA-B0FF-2E56-7111-7AFB1C361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C4422-C79B-8209-397A-CC80AFD08BA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7B8EE3F9-A947-5A4C-873E-0A1944126D5A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DE4A4D-2356-A19B-1FA9-56FADD31D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936" y="200025"/>
            <a:ext cx="6667500" cy="6457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412138-0EBB-681F-66F4-20AFA29A3E7C}"/>
              </a:ext>
            </a:extLst>
          </p:cNvPr>
          <p:cNvSpPr txBox="1"/>
          <p:nvPr/>
        </p:nvSpPr>
        <p:spPr>
          <a:xfrm>
            <a:off x="487680" y="925286"/>
            <a:ext cx="38815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Ensure only these nine slide layouts are used in your existing presentation before migrating your slides to the </a:t>
            </a:r>
            <a:r>
              <a:rPr lang="en-US" err="1"/>
              <a:t>Attalon</a:t>
            </a:r>
            <a:r>
              <a:rPr lang="en-US"/>
              <a:t> slide deck.</a:t>
            </a:r>
          </a:p>
          <a:p>
            <a:endParaRPr lang="en-US"/>
          </a:p>
          <a:p>
            <a:r>
              <a:rPr lang="en-US" u="sng"/>
              <a:t>Tip</a:t>
            </a:r>
            <a:r>
              <a:rPr lang="en-US"/>
              <a:t>: these are slide layouts with a black title and a black coherent logo.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602478-FB80-C260-C70E-D06C26978CE7}"/>
              </a:ext>
            </a:extLst>
          </p:cNvPr>
          <p:cNvSpPr/>
          <p:nvPr/>
        </p:nvSpPr>
        <p:spPr>
          <a:xfrm>
            <a:off x="7162800" y="500743"/>
            <a:ext cx="1317171" cy="119742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374377-6580-6785-BE44-4D18D91E6F60}"/>
              </a:ext>
            </a:extLst>
          </p:cNvPr>
          <p:cNvSpPr/>
          <p:nvPr/>
        </p:nvSpPr>
        <p:spPr>
          <a:xfrm>
            <a:off x="2370365" y="955766"/>
            <a:ext cx="1866356" cy="309154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4D05DE-B3C2-F78C-CD48-1407E912391B}"/>
              </a:ext>
            </a:extLst>
          </p:cNvPr>
          <p:cNvSpPr/>
          <p:nvPr/>
        </p:nvSpPr>
        <p:spPr>
          <a:xfrm>
            <a:off x="4608735" y="1721754"/>
            <a:ext cx="1317171" cy="119742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0A7213-CB6F-7E5C-A949-8574FE43795D}"/>
              </a:ext>
            </a:extLst>
          </p:cNvPr>
          <p:cNvSpPr/>
          <p:nvPr/>
        </p:nvSpPr>
        <p:spPr>
          <a:xfrm>
            <a:off x="9749519" y="1687284"/>
            <a:ext cx="1317171" cy="119742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0BBF82-DDC6-F3AA-45B5-7D872E4C2FA3}"/>
              </a:ext>
            </a:extLst>
          </p:cNvPr>
          <p:cNvSpPr/>
          <p:nvPr/>
        </p:nvSpPr>
        <p:spPr>
          <a:xfrm>
            <a:off x="7158718" y="1698171"/>
            <a:ext cx="1317171" cy="119742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15CE3A-4F87-ECB8-65B2-0447404FD5AA}"/>
              </a:ext>
            </a:extLst>
          </p:cNvPr>
          <p:cNvSpPr/>
          <p:nvPr/>
        </p:nvSpPr>
        <p:spPr>
          <a:xfrm>
            <a:off x="9757683" y="2862942"/>
            <a:ext cx="1317171" cy="119742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47888A-0023-F4BD-671A-6F469E5DE6A6}"/>
              </a:ext>
            </a:extLst>
          </p:cNvPr>
          <p:cNvSpPr/>
          <p:nvPr/>
        </p:nvSpPr>
        <p:spPr>
          <a:xfrm>
            <a:off x="5885088" y="2862942"/>
            <a:ext cx="1317171" cy="119742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7B5969-6E4E-667C-7749-A0348E72F6AD}"/>
              </a:ext>
            </a:extLst>
          </p:cNvPr>
          <p:cNvSpPr/>
          <p:nvPr/>
        </p:nvSpPr>
        <p:spPr>
          <a:xfrm>
            <a:off x="7162800" y="4060371"/>
            <a:ext cx="1317171" cy="119742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D8EA9F-A72B-5A0D-BC8E-5C3C2CA0DCF0}"/>
              </a:ext>
            </a:extLst>
          </p:cNvPr>
          <p:cNvSpPr/>
          <p:nvPr/>
        </p:nvSpPr>
        <p:spPr>
          <a:xfrm>
            <a:off x="4601936" y="5201558"/>
            <a:ext cx="1317171" cy="119742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CD6521-FD8E-A577-F8E0-AFD65E1F8574}"/>
              </a:ext>
            </a:extLst>
          </p:cNvPr>
          <p:cNvSpPr/>
          <p:nvPr/>
        </p:nvSpPr>
        <p:spPr>
          <a:xfrm>
            <a:off x="8458746" y="2862942"/>
            <a:ext cx="1317171" cy="119742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287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7B2AA1-5506-F8EF-AECF-19BC094E2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ED4890-E349-C21A-096D-2B37EB48E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57C45-1C6B-16BB-3EA5-4AFF9FE3A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E3F9-A947-5A4C-873E-0A1944126D5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559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AB3F95-D49E-CFE0-2A17-0F16DCAB7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E3F9-A947-5A4C-873E-0A1944126D5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7B040A-66AC-6660-164D-ABF0D9441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4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11F838-935D-7C6B-F588-7C93C366C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E3F9-A947-5A4C-873E-0A1944126D5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C98DE8-FB62-B475-38CE-17DB25BB0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97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007040-3AAE-DAC0-D01F-E7DC0B8D4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6CEE4F-1D1D-3BB7-2CB6-5F4D2A37E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E3F9-A947-5A4C-873E-0A1944126D5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552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2C5D66-155B-FFE2-58F3-3E8D42EA8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7D91F6-3B7D-B2A9-3145-224260C51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E3F9-A947-5A4C-873E-0A1944126D5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48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3911C5-99B8-7E8C-88CC-D249280E8B6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7B8EE3F9-A947-5A4C-873E-0A1944126D5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509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995853"/>
      </p:ext>
    </p:extLst>
  </p:cSld>
  <p:clrMapOvr>
    <a:masterClrMapping/>
  </p:clrMapOvr>
</p:sld>
</file>

<file path=ppt/theme/theme1.xml><?xml version="1.0" encoding="utf-8"?>
<a:theme xmlns:a="http://schemas.openxmlformats.org/drawingml/2006/main" name="Attalon">
  <a:themeElements>
    <a:clrScheme name="Attalon">
      <a:dk1>
        <a:srgbClr val="191919"/>
      </a:dk1>
      <a:lt1>
        <a:srgbClr val="FFFFFF"/>
      </a:lt1>
      <a:dk2>
        <a:srgbClr val="191919"/>
      </a:dk2>
      <a:lt2>
        <a:srgbClr val="D4D7CB"/>
      </a:lt2>
      <a:accent1>
        <a:srgbClr val="191919"/>
      </a:accent1>
      <a:accent2>
        <a:srgbClr val="36D233"/>
      </a:accent2>
      <a:accent3>
        <a:srgbClr val="FFFFFF"/>
      </a:accent3>
      <a:accent4>
        <a:srgbClr val="00890A"/>
      </a:accent4>
      <a:accent5>
        <a:srgbClr val="D4D7CB"/>
      </a:accent5>
      <a:accent6>
        <a:srgbClr val="36D233"/>
      </a:accent6>
      <a:hlink>
        <a:srgbClr val="36D233"/>
      </a:hlink>
      <a:folHlink>
        <a:srgbClr val="00890A"/>
      </a:folHlink>
    </a:clrScheme>
    <a:fontScheme name="Attalon System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talon-PPT-System-Font" id="{E7F5323A-8119-894C-9E88-59D7BA5441C7}" vid="{98C139A0-89DF-F542-B504-E92DC453496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C9B68FAE5EFF409E9CF163E5D6F070" ma:contentTypeVersion="11" ma:contentTypeDescription="Create a new document." ma:contentTypeScope="" ma:versionID="07368b14781012e06c5971056b7de944">
  <xsd:schema xmlns:xsd="http://www.w3.org/2001/XMLSchema" xmlns:xs="http://www.w3.org/2001/XMLSchema" xmlns:p="http://schemas.microsoft.com/office/2006/metadata/properties" xmlns:ns2="d83e99b4-c0ca-492e-a09e-bf7b8e4c70cc" xmlns:ns3="cad5c0e3-fdba-40f9-b545-30aff7684e19" targetNamespace="http://schemas.microsoft.com/office/2006/metadata/properties" ma:root="true" ma:fieldsID="adb4f500bb2a140cf6623c23a33ba680" ns2:_="" ns3:_="">
    <xsd:import namespace="d83e99b4-c0ca-492e-a09e-bf7b8e4c70cc"/>
    <xsd:import namespace="cad5c0e3-fdba-40f9-b545-30aff7684e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3e99b4-c0ca-492e-a09e-bf7b8e4c70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6446b15-1ca9-4387-9171-ca3357cd4dc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d5c0e3-fdba-40f9-b545-30aff7684e1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a466fb1-fb9f-4275-9b00-c71653105d33}" ma:internalName="TaxCatchAll" ma:showField="CatchAllData" ma:web="cad5c0e3-fdba-40f9-b545-30aff7684e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83e99b4-c0ca-492e-a09e-bf7b8e4c70cc">
      <Terms xmlns="http://schemas.microsoft.com/office/infopath/2007/PartnerControls"/>
    </lcf76f155ced4ddcb4097134ff3c332f>
    <TaxCatchAll xmlns="cad5c0e3-fdba-40f9-b545-30aff7684e19" xsi:nil="true"/>
  </documentManagement>
</p:properties>
</file>

<file path=customXml/itemProps1.xml><?xml version="1.0" encoding="utf-8"?>
<ds:datastoreItem xmlns:ds="http://schemas.openxmlformats.org/officeDocument/2006/customXml" ds:itemID="{F3C44FB6-DB25-4148-9564-4A8FBD81DAA1}">
  <ds:schemaRefs>
    <ds:schemaRef ds:uri="cad5c0e3-fdba-40f9-b545-30aff7684e19"/>
    <ds:schemaRef ds:uri="d83e99b4-c0ca-492e-a09e-bf7b8e4c70c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8478541-5097-4409-BB08-0FAA2D4839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815FFD-AE6E-4604-922C-B8B7C194B357}">
  <ds:schemaRefs>
    <ds:schemaRef ds:uri="cad5c0e3-fdba-40f9-b545-30aff7684e19"/>
    <ds:schemaRef ds:uri="d83e99b4-c0ca-492e-a09e-bf7b8e4c70c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Attalon</vt:lpstr>
      <vt:lpstr>PowerPoint Presentation</vt:lpstr>
      <vt:lpstr>PowerPoint Presentation</vt:lpstr>
      <vt:lpstr>Migrating existing presentations to this new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2026-01-04T10:55:38Z</dcterms:created>
  <dcterms:modified xsi:type="dcterms:W3CDTF">2026-06-10T13:13:34Z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0x01010034C9B68FAE5EFF409E9CF163E5D6F070</vt:lpwstr>
  </property>
  <property fmtid="{D5CDD505-2E9C-101B-9397-08002B2CF9AE}" pid="3" name="MediaServiceImageTags">
    <vt:lpwstr/>
  </property>
  <property fmtid="{D5CDD505-2E9C-101B-9397-08002B2CF9AE}" pid="4" name="MSIP_Label_d7f7ac74-95cf-4ae8-9723-1b0e97785357_Enabled">
    <vt:lpwstr>true</vt:lpwstr>
  </property>
  <property fmtid="{D5CDD505-2E9C-101B-9397-08002B2CF9AE}" pid="5" name="MSIP_Label_d7f7ac74-95cf-4ae8-9723-1b0e97785357_SetDate">
    <vt:lpwstr>2026-01-12T20:51:53Z</vt:lpwstr>
  </property>
  <property fmtid="{D5CDD505-2E9C-101B-9397-08002B2CF9AE}" pid="6" name="MSIP_Label_d7f7ac74-95cf-4ae8-9723-1b0e97785357_Method">
    <vt:lpwstr>Privileged</vt:lpwstr>
  </property>
  <property fmtid="{D5CDD505-2E9C-101B-9397-08002B2CF9AE}" pid="7" name="MSIP_Label_d7f7ac74-95cf-4ae8-9723-1b0e97785357_Name">
    <vt:lpwstr>Public</vt:lpwstr>
  </property>
  <property fmtid="{D5CDD505-2E9C-101B-9397-08002B2CF9AE}" pid="8" name="MSIP_Label_d7f7ac74-95cf-4ae8-9723-1b0e97785357_SiteId">
    <vt:lpwstr>085d87c4-5ffe-4d92-aa09-177737ea41dc</vt:lpwstr>
  </property>
  <property fmtid="{D5CDD505-2E9C-101B-9397-08002B2CF9AE}" pid="9" name="MSIP_Label_d7f7ac74-95cf-4ae8-9723-1b0e97785357_ActionId">
    <vt:lpwstr>3c7c55e3-9d2a-4842-968b-b482e14598a2</vt:lpwstr>
  </property>
  <property fmtid="{D5CDD505-2E9C-101B-9397-08002B2CF9AE}" pid="10" name="MSIP_Label_d7f7ac74-95cf-4ae8-9723-1b0e97785357_ContentBits">
    <vt:lpwstr>0</vt:lpwstr>
  </property>
  <property fmtid="{D5CDD505-2E9C-101B-9397-08002B2CF9AE}" pid="11" name="MSIP_Label_d7f7ac74-95cf-4ae8-9723-1b0e97785357_Tag">
    <vt:lpwstr>10, 0, 1, 1</vt:lpwstr>
  </property>
</Properties>
</file>